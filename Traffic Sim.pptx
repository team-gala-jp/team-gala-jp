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ECE9"/>
    <a:srgbClr val="D1CD21"/>
    <a:srgbClr val="E2E707"/>
    <a:srgbClr val="CCDB03"/>
    <a:srgbClr val="009900"/>
    <a:srgbClr val="EBE600"/>
    <a:srgbClr val="990000"/>
    <a:srgbClr val="0620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2A180A8E-4668-486A-95D0-DBD6BDD7C4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CBB8E81-5147-5506-5F4B-DBC0E7AF26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6200" y="637890"/>
            <a:ext cx="0" cy="557241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4852B95-CFB8-EEBE-3973-7363B3611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96332" y="768924"/>
            <a:ext cx="0" cy="4800600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1A205B3-F30A-B2B0-2AFF-593443D327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503863" y="1354138"/>
            <a:ext cx="5322887" cy="4481512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831992"/>
            <a:ext cx="5897880" cy="4258956"/>
          </a:xfrm>
          <a:solidFill>
            <a:schemeClr val="bg2"/>
          </a:solidFill>
        </p:spPr>
        <p:txBody>
          <a:bodyPr lIns="182880" rIns="228600" bIns="91440" anchor="b">
            <a:normAutofit/>
          </a:bodyPr>
          <a:lstStyle>
            <a:lvl1pPr algn="r">
              <a:lnSpc>
                <a:spcPct val="80000"/>
              </a:lnSpc>
              <a:defRPr sz="72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5431" y="5372809"/>
            <a:ext cx="2364946" cy="909119"/>
          </a:xfrm>
          <a:solidFill>
            <a:schemeClr val="bg2"/>
          </a:solidFill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lang="en-US" sz="1600" cap="all" baseline="0" dirty="0">
                <a:solidFill>
                  <a:schemeClr val="accent3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547529" y="612251"/>
            <a:ext cx="2070397" cy="518965"/>
          </a:xfrm>
          <a:solidFill>
            <a:schemeClr val="bg2"/>
          </a:solidFill>
        </p:spPr>
        <p:txBody>
          <a:bodyPr anchor="t"/>
          <a:lstStyle>
            <a:lvl1pPr algn="r">
              <a:defRPr sz="1050"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897326" y="5229935"/>
            <a:ext cx="1223795" cy="365125"/>
          </a:xfrm>
          <a:solidFill>
            <a:schemeClr val="bg2"/>
          </a:solidFill>
        </p:spPr>
        <p:txBody>
          <a:bodyPr rIns="182880"/>
          <a:lstStyle/>
          <a:p>
            <a:fld id="{D4F53BF9-51A7-479A-9F82-F12307D0B4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8D55B4-EFB5-E5DE-2242-A16C643CA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400" y="6029866"/>
            <a:ext cx="461438" cy="365125"/>
          </a:xfrm>
          <a:solidFill>
            <a:schemeClr val="bg2"/>
          </a:solidFill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435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2986" y="265728"/>
            <a:ext cx="10981137" cy="1325563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2986" y="1736176"/>
            <a:ext cx="10981137" cy="4198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561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AC4281C-DEF6-4D7C-EC36-131C16834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7AE09E-7342-F8D6-76B9-3191D2C21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2895" y="1090397"/>
            <a:ext cx="0" cy="4396003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FD120947-D69A-84F3-7617-0239E8E5C7F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791" y="1371600"/>
            <a:ext cx="6706392" cy="54864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33850" y="685799"/>
            <a:ext cx="6373670" cy="2743201"/>
          </a:xfrm>
          <a:solidFill>
            <a:schemeClr val="bg2"/>
          </a:solidFill>
        </p:spPr>
        <p:txBody>
          <a:bodyPr vert="horz" lIns="182880" tIns="45720" rIns="91440" bIns="91440" rtlCol="0" anchor="b">
            <a:normAutofit/>
          </a:bodyPr>
          <a:lstStyle>
            <a:lvl1pPr>
              <a:lnSpc>
                <a:spcPct val="80000"/>
              </a:lnSpc>
              <a:defRPr lang="en-US" sz="6800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00457" y="5570290"/>
            <a:ext cx="4114799" cy="699518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 algn="r">
              <a:buNone/>
              <a:defRPr lang="en-US" sz="1600" cap="all" baseline="0" dirty="0">
                <a:solidFill>
                  <a:schemeClr val="accent3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45FE83-3A40-27CC-D68D-E889297B8CA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45716" y="508084"/>
            <a:ext cx="429372" cy="365125"/>
          </a:xfrm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3663" y="508084"/>
            <a:ext cx="1203320" cy="365125"/>
          </a:xfrm>
          <a:solidFill>
            <a:schemeClr val="bg2"/>
          </a:solidFill>
        </p:spPr>
        <p:txBody>
          <a:bodyPr/>
          <a:lstStyle>
            <a:lvl1pPr algn="l">
              <a:defRPr/>
            </a:lvl1pPr>
          </a:lstStyle>
          <a:p>
            <a:fld id="{D4F53BF9-51A7-479A-9F82-F12307D0B4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34603" y="612063"/>
            <a:ext cx="1487296" cy="478334"/>
          </a:xfrm>
          <a:solidFill>
            <a:schemeClr val="bg2"/>
          </a:solidFill>
        </p:spPr>
        <p:txBody>
          <a:bodyPr anchor="t"/>
          <a:lstStyle>
            <a:lvl1pPr algn="r">
              <a:defRPr sz="105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7479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AC4281C-DEF6-4D7C-EC36-131C16834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7AE09E-7342-F8D6-76B9-3191D2C21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2895" y="1033580"/>
            <a:ext cx="0" cy="4800292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59" y="338328"/>
            <a:ext cx="8168640" cy="4462272"/>
          </a:xfrm>
          <a:noFill/>
        </p:spPr>
        <p:txBody>
          <a:bodyPr vert="horz" lIns="91440" tIns="45720" rIns="91440" bIns="137160" rtlCol="0" anchor="t">
            <a:normAutofit/>
          </a:bodyPr>
          <a:lstStyle>
            <a:lvl1pPr>
              <a:lnSpc>
                <a:spcPct val="80000"/>
              </a:lnSpc>
              <a:defRPr lang="en-US" sz="9600" spc="-100" baseline="0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34400" y="4754729"/>
            <a:ext cx="3084441" cy="1080302"/>
          </a:xfrm>
          <a:solidFill>
            <a:schemeClr val="bg2"/>
          </a:solidFill>
        </p:spPr>
        <p:txBody>
          <a:bodyPr vert="horz" lIns="91440" tIns="45720" rIns="91440" bIns="45720" rtlCol="0" anchor="b">
            <a:normAutofit/>
          </a:bodyPr>
          <a:lstStyle>
            <a:lvl1pPr marL="0" indent="0" algn="r">
              <a:buNone/>
              <a:defRPr lang="en-US" sz="1600" cap="all" spc="100" baseline="0" dirty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44000" y="447579"/>
            <a:ext cx="2477899" cy="586001"/>
          </a:xfrm>
          <a:noFill/>
        </p:spPr>
        <p:txBody>
          <a:bodyPr/>
          <a:lstStyle>
            <a:lvl1pPr algn="r">
              <a:defRPr sz="1050"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noFill/>
        </p:spPr>
        <p:txBody>
          <a:bodyPr/>
          <a:lstStyle/>
          <a:p>
            <a:fld id="{D4F53BF9-51A7-479A-9F82-F12307D0B4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8D55B4-EFB5-E5DE-2242-A16C643CA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92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D3069F5-8FDE-3652-E906-3619BF9A5D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B286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3E913D-4F8E-6F1A-DB89-A9E5CB7D2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926297" y="6172185"/>
            <a:ext cx="10326757" cy="0"/>
          </a:xfrm>
          <a:prstGeom prst="line">
            <a:avLst/>
          </a:prstGeom>
          <a:ln w="12700">
            <a:solidFill>
              <a:schemeClr val="bg2">
                <a:alpha val="4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8">
            <a:extLst>
              <a:ext uri="{FF2B5EF4-FFF2-40B4-BE49-F238E27FC236}">
                <a16:creationId xmlns:a16="http://schemas.microsoft.com/office/drawing/2014/main" id="{15478846-46FB-2BEE-98D6-C903223E25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" y="365760"/>
            <a:ext cx="11534790" cy="5525653"/>
          </a:xfrm>
          <a:noFill/>
        </p:spPr>
        <p:txBody>
          <a:bodyPr anchor="t">
            <a:normAutofit/>
          </a:bodyPr>
          <a:lstStyle>
            <a:lvl1pPr>
              <a:defRPr sz="11500" baseline="0">
                <a:ln>
                  <a:solidFill>
                    <a:schemeClr val="bg1"/>
                  </a:solidFill>
                </a:ln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A8544F-8D58-BFED-5A2B-2F718BA6F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70139D-4890-4E0D-B3FD-098A02AB4A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4F53BF9-51A7-479A-9F82-F12307D0B4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CD1DB-3989-A34F-B5F7-DF66E018C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3794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53CEDCC-8645-A5B4-D871-D69061512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12191996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5A45860-DB3A-9EDB-7B6D-FBF100121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321906" y="685800"/>
            <a:ext cx="10184294" cy="0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C2FAA59-861A-3F3D-3441-F66355408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24403" y="2043904"/>
            <a:ext cx="7467597" cy="48140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1406175" y="2720396"/>
            <a:ext cx="5645423" cy="2494309"/>
          </a:xfrm>
          <a:solidFill>
            <a:schemeClr val="bg2">
              <a:lumMod val="90000"/>
            </a:schemeClr>
          </a:solidFill>
        </p:spPr>
        <p:txBody>
          <a:bodyPr vert="horz" lIns="91440" tIns="45720" rIns="91440" bIns="137160" rtlCol="0" anchor="t">
            <a:normAutofit/>
          </a:bodyPr>
          <a:lstStyle>
            <a:lvl1pPr>
              <a:defRPr lang="en-US" sz="12000" dirty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Agenda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6410" y="569843"/>
            <a:ext cx="1470992" cy="541698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algn="l">
              <a:defRPr sz="1050"/>
            </a:lvl1pPr>
          </a:lstStyle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0198" y="2743202"/>
            <a:ext cx="6096001" cy="3467098"/>
          </a:xfrm>
        </p:spPr>
        <p:txBody>
          <a:bodyPr>
            <a:normAutofit/>
          </a:bodyPr>
          <a:lstStyle>
            <a:lvl1pPr marL="342900" indent="-342900">
              <a:buClr>
                <a:schemeClr val="accent2"/>
              </a:buClr>
              <a:buFont typeface="+mj-lt"/>
              <a:buAutoNum type="arabicPeriod"/>
              <a:defRPr sz="1800"/>
            </a:lvl1pPr>
            <a:lvl2pPr marL="800100" indent="-342900">
              <a:buClr>
                <a:schemeClr val="accent2"/>
              </a:buClr>
              <a:buFont typeface="+mj-lt"/>
              <a:buAutoNum type="arabicPeriod"/>
              <a:defRPr sz="1600"/>
            </a:lvl2pPr>
            <a:lvl3pPr marL="1257300" indent="-342900">
              <a:buClr>
                <a:schemeClr val="accent2"/>
              </a:buClr>
              <a:buFont typeface="+mj-lt"/>
              <a:buAutoNum type="arabicPeriod"/>
              <a:defRPr sz="1400"/>
            </a:lvl3pPr>
            <a:lvl4pPr>
              <a:buClr>
                <a:schemeClr val="accent2"/>
              </a:buClr>
              <a:buFont typeface="+mj-lt"/>
              <a:buAutoNum type="arabicPeriod"/>
              <a:defRPr sz="1200"/>
            </a:lvl4pPr>
            <a:lvl5pPr>
              <a:buClr>
                <a:schemeClr val="accent2"/>
              </a:buCl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00458" y="413627"/>
            <a:ext cx="1256738" cy="545500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D4F53BF9-51A7-479A-9F82-F12307D0B4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57196" y="413627"/>
            <a:ext cx="429372" cy="545500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634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53CEDCC-8645-A5B4-D871-D69061512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12191996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2FAA59-861A-3F3D-3441-F66355408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371603" y="3415504"/>
            <a:ext cx="10820397" cy="34424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5A45860-DB3A-9EDB-7B6D-FBF100121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V="1">
            <a:off x="11506200" y="1113182"/>
            <a:ext cx="0" cy="1704012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306" y="182880"/>
            <a:ext cx="7930892" cy="2238587"/>
          </a:xfrm>
          <a:noFill/>
        </p:spPr>
        <p:txBody>
          <a:bodyPr anchor="t">
            <a:normAutofit/>
          </a:bodyPr>
          <a:lstStyle>
            <a:lvl1pPr>
              <a:defRPr sz="12000" spc="-50" baseline="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4946" y="3840480"/>
            <a:ext cx="6543924" cy="2536466"/>
          </a:xfrm>
        </p:spPr>
        <p:txBody>
          <a:bodyPr>
            <a:normAutofit/>
          </a:bodyPr>
          <a:lstStyle>
            <a:lvl1pPr marL="342900" indent="-342900">
              <a:buClr>
                <a:schemeClr val="accent2"/>
              </a:buClr>
              <a:buFont typeface="+mj-lt"/>
              <a:buAutoNum type="arabicPeriod"/>
              <a:defRPr sz="1800"/>
            </a:lvl1pPr>
            <a:lvl2pPr marL="800100" indent="-342900">
              <a:buClr>
                <a:schemeClr val="accent2"/>
              </a:buClr>
              <a:buFont typeface="+mj-lt"/>
              <a:buAutoNum type="arabicPeriod"/>
              <a:defRPr sz="1600"/>
            </a:lvl2pPr>
            <a:lvl3pPr marL="1257300" indent="-342900">
              <a:buClr>
                <a:schemeClr val="accent2"/>
              </a:buClr>
              <a:buFont typeface="+mj-lt"/>
              <a:buAutoNum type="arabicPeriod"/>
              <a:defRPr sz="1400"/>
            </a:lvl3pPr>
            <a:lvl4pPr>
              <a:buClr>
                <a:schemeClr val="accent2"/>
              </a:buClr>
              <a:buFont typeface="+mj-lt"/>
              <a:buAutoNum type="arabicPeriod"/>
              <a:defRPr sz="1200"/>
            </a:lvl4pPr>
            <a:lvl5pPr>
              <a:buClr>
                <a:schemeClr val="accent2"/>
              </a:buCl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34611" y="612381"/>
            <a:ext cx="1484228" cy="479352"/>
          </a:xfrm>
          <a:noFill/>
        </p:spPr>
        <p:txBody>
          <a:bodyPr anchor="t"/>
          <a:lstStyle>
            <a:lvl1pPr algn="r">
              <a:defRPr sz="1050"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33512" y="2756699"/>
            <a:ext cx="1256738" cy="423823"/>
          </a:xfrm>
          <a:solidFill>
            <a:schemeClr val="bg2">
              <a:lumMod val="90000"/>
            </a:schemeClr>
          </a:solidFill>
        </p:spPr>
        <p:txBody>
          <a:bodyPr anchor="ctr"/>
          <a:lstStyle>
            <a:lvl1pPr algn="r">
              <a:defRPr/>
            </a:lvl1pPr>
          </a:lstStyle>
          <a:p>
            <a:fld id="{D4F53BF9-51A7-479A-9F82-F12307D0B4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10544" y="2756699"/>
            <a:ext cx="429372" cy="423823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DA62460-475C-38E7-135D-916B98438D0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763000" y="3415504"/>
            <a:ext cx="3429000" cy="3442496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97810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1" y="2057399"/>
            <a:ext cx="3429000" cy="1868557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0" y="2057401"/>
            <a:ext cx="4648200" cy="2743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714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1031915"/>
            <a:ext cx="3968496" cy="1494845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020" y="1001865"/>
            <a:ext cx="6416180" cy="46833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7"/>
            <a:ext cx="1179576" cy="365125"/>
          </a:xfrm>
        </p:spPr>
        <p:txBody>
          <a:bodyPr/>
          <a:lstStyle/>
          <a:p>
            <a:fld id="{D4F53BF9-51A7-479A-9F82-F12307D0B4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06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312420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38400" y="0"/>
            <a:ext cx="7391400" cy="1207008"/>
          </a:xfrm>
        </p:spPr>
        <p:txBody>
          <a:bodyPr lIns="137160" tIns="137160" bIns="91440"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3800" y="1367622"/>
            <a:ext cx="7929006" cy="44775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B460515-4779-2CA9-5335-1F4AD158B7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0" y="6210300"/>
            <a:ext cx="7696200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57601" y="6029868"/>
            <a:ext cx="202454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</p:spPr>
        <p:txBody>
          <a:bodyPr/>
          <a:lstStyle/>
          <a:p>
            <a:fld id="{D4F53BF9-51A7-479A-9F82-F12307D0B4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7629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5486400" cy="55626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3318" y="0"/>
            <a:ext cx="4385481" cy="1796124"/>
          </a:xfrm>
        </p:spPr>
        <p:txBody>
          <a:bodyPr lIns="137160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5056" y="1965281"/>
            <a:ext cx="4859992" cy="37328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1571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499475"/>
            <a:ext cx="3625442" cy="1474692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432" y="2124222"/>
            <a:ext cx="3567404" cy="34887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00601" y="0"/>
            <a:ext cx="7391400" cy="55626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</p:spPr>
        <p:txBody>
          <a:bodyPr/>
          <a:lstStyle/>
          <a:p>
            <a:fld id="{D4F53BF9-51A7-479A-9F82-F12307D0B4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8206" y="6029868"/>
            <a:ext cx="429372" cy="365125"/>
          </a:xfrm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884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430047"/>
            <a:ext cx="4939005" cy="116627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432" y="1746792"/>
            <a:ext cx="5776896" cy="3969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91400" y="0"/>
            <a:ext cx="4800600" cy="55626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</p:spPr>
        <p:txBody>
          <a:bodyPr/>
          <a:lstStyle/>
          <a:p>
            <a:fld id="{D4F53BF9-51A7-479A-9F82-F12307D0B4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8206" y="6029868"/>
            <a:ext cx="429372" cy="365125"/>
          </a:xfrm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1803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84860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50456" y="0"/>
            <a:ext cx="4142830" cy="1978681"/>
          </a:xfrm>
        </p:spPr>
        <p:txBody>
          <a:bodyPr lIns="137160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2196" y="2112973"/>
            <a:ext cx="3151090" cy="36782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9912" y="6029868"/>
            <a:ext cx="1911096" cy="365125"/>
          </a:xfrm>
          <a:noFill/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51008" y="6029868"/>
            <a:ext cx="890077" cy="365125"/>
          </a:xfrm>
          <a:noFill/>
        </p:spPr>
        <p:txBody>
          <a:bodyPr/>
          <a:lstStyle/>
          <a:p>
            <a:fld id="{D4F53BF9-51A7-479A-9F82-F12307D0B4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9158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EEB1BA68-9980-8CBB-7BAF-A1D760EB21E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12192000" cy="6858000"/>
          </a:xfrm>
          <a:custGeom>
            <a:avLst/>
            <a:gdLst>
              <a:gd name="connsiteX0" fmla="*/ 480060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  <a:gd name="connsiteX4" fmla="*/ 0 w 12192000"/>
              <a:gd name="connsiteY4" fmla="*/ 5562599 h 6858000"/>
              <a:gd name="connsiteX5" fmla="*/ 4800600 w 12192000"/>
              <a:gd name="connsiteY5" fmla="*/ 55625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858000">
                <a:moveTo>
                  <a:pt x="480060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5562599"/>
                </a:lnTo>
                <a:lnTo>
                  <a:pt x="4800600" y="5562599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1001376"/>
            <a:ext cx="3601122" cy="1362458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504" y="2496848"/>
            <a:ext cx="3601122" cy="230375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3504" y="503237"/>
            <a:ext cx="1907799" cy="365125"/>
          </a:xfrm>
          <a:noFill/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3504" y="4800600"/>
            <a:ext cx="1256738" cy="365125"/>
          </a:xfrm>
          <a:noFill/>
        </p:spPr>
        <p:txBody>
          <a:bodyPr/>
          <a:lstStyle>
            <a:lvl1pPr algn="l">
              <a:defRPr/>
            </a:lvl1pPr>
          </a:lstStyle>
          <a:p>
            <a:fld id="{D4F53BF9-51A7-479A-9F82-F12307D0B4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47641" y="4800600"/>
            <a:ext cx="429372" cy="365125"/>
          </a:xfrm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5283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4673955"/>
            <a:ext cx="3154680" cy="1287913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9" cy="41148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0" y="4647060"/>
            <a:ext cx="7552114" cy="138280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  <a:noFill/>
        </p:spPr>
        <p:txBody>
          <a:bodyPr/>
          <a:lstStyle/>
          <a:p>
            <a:fld id="{D4F53BF9-51A7-479A-9F82-F12307D0B4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7542" y="6029868"/>
            <a:ext cx="429372" cy="365125"/>
          </a:xfrm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2482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5" y="337062"/>
            <a:ext cx="6787898" cy="845931"/>
          </a:xfrm>
        </p:spPr>
        <p:txBody>
          <a:bodyPr tIns="91440" bIns="91440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705468" y="637706"/>
            <a:ext cx="1907799" cy="365125"/>
          </a:xfrm>
        </p:spPr>
        <p:txBody>
          <a:bodyPr anchor="t"/>
          <a:lstStyle>
            <a:lvl1pPr algn="r">
              <a:defRPr/>
            </a:lvl1pPr>
          </a:lstStyle>
          <a:p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371600"/>
            <a:ext cx="7391402" cy="54864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66163" y="1266737"/>
            <a:ext cx="2894795" cy="47631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F397562-DA4B-EE6B-8F6C-1CE4F33EB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2704" y="1028700"/>
            <a:ext cx="0" cy="480060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815717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800600" cy="4822372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2085" y="4374100"/>
            <a:ext cx="3897905" cy="1380814"/>
          </a:xfrm>
        </p:spPr>
        <p:txBody>
          <a:bodyPr lIns="137160" tIns="137160"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9516" y="685800"/>
            <a:ext cx="5430884" cy="5204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2974" y="6029867"/>
            <a:ext cx="1911096" cy="365126"/>
          </a:xfrm>
          <a:solidFill>
            <a:schemeClr val="bg1"/>
          </a:solidFill>
        </p:spPr>
        <p:txBody>
          <a:bodyPr anchor="ctr"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  <a:solidFill>
            <a:schemeClr val="bg1"/>
          </a:solidFill>
        </p:spPr>
        <p:txBody>
          <a:bodyPr/>
          <a:lstStyle/>
          <a:p>
            <a:fld id="{D4F53BF9-51A7-479A-9F82-F12307D0B4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23161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424EAB6-808C-672B-68A5-49764748CD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599" y="5149121"/>
            <a:ext cx="6861107" cy="842527"/>
          </a:xfrm>
          <a:noFill/>
        </p:spPr>
        <p:txBody>
          <a:bodyPr anchor="t"/>
          <a:lstStyle>
            <a:lvl1pPr algn="r">
              <a:defRPr b="0" cap="all" baseline="0">
                <a:solidFill>
                  <a:schemeClr val="accent1"/>
                </a:solidFill>
                <a:effectLst/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34196" y="120765"/>
            <a:ext cx="10723000" cy="4260404"/>
          </a:xfrm>
        </p:spPr>
        <p:txBody>
          <a:bodyPr lIns="0" tIns="0" rIns="0" bIns="0" anchor="b">
            <a:normAutofit/>
          </a:bodyPr>
          <a:lstStyle>
            <a:lvl1pPr marL="0" indent="0">
              <a:buNone/>
              <a:defRPr sz="28000" spc="-200" baseline="0">
                <a:solidFill>
                  <a:schemeClr val="accent3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1" y="6029867"/>
            <a:ext cx="2137769" cy="365125"/>
          </a:xfrm>
          <a:noFill/>
        </p:spPr>
        <p:txBody>
          <a:bodyPr/>
          <a:lstStyle>
            <a:lvl1pPr>
              <a:defRPr b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4F53BF9-51A7-479A-9F82-F12307D0B4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38393CD-94B6-EC8A-E14F-A09689A25C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3594" y="675861"/>
            <a:ext cx="0" cy="4184295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896698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65FCAFD-B73A-5597-B603-55FD5D3AAC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5431" y="-785191"/>
            <a:ext cx="10981137" cy="640080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7930" y="1649896"/>
            <a:ext cx="10169921" cy="4949687"/>
          </a:xfrm>
        </p:spPr>
        <p:txBody>
          <a:bodyPr anchor="b">
            <a:norm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200" cap="all" spc="-100" baseline="0">
                <a:solidFill>
                  <a:schemeClr val="accent1"/>
                </a:solidFill>
                <a:latin typeface="+mj-lt"/>
              </a:defRPr>
            </a:lvl1pPr>
            <a:lvl2pPr marL="457200" indent="0">
              <a:lnSpc>
                <a:spcPct val="80000"/>
              </a:lnSpc>
              <a:buNone/>
              <a:defRPr sz="7200" cap="all" baseline="0">
                <a:solidFill>
                  <a:schemeClr val="bg1"/>
                </a:solidFill>
                <a:latin typeface="+mj-lt"/>
              </a:defRPr>
            </a:lvl2pPr>
            <a:lvl3pPr marL="914400" indent="0">
              <a:lnSpc>
                <a:spcPct val="80000"/>
              </a:lnSpc>
              <a:buNone/>
              <a:defRPr sz="7200" cap="all" baseline="0">
                <a:solidFill>
                  <a:schemeClr val="bg1"/>
                </a:solidFill>
                <a:latin typeface="+mj-lt"/>
              </a:defRPr>
            </a:lvl3pPr>
            <a:lvl4pPr marL="1371600" indent="0">
              <a:lnSpc>
                <a:spcPct val="80000"/>
              </a:lnSpc>
              <a:buNone/>
              <a:defRPr sz="6600" cap="all" baseline="0">
                <a:solidFill>
                  <a:schemeClr val="bg1"/>
                </a:solidFill>
                <a:latin typeface="+mj-lt"/>
              </a:defRPr>
            </a:lvl4pPr>
            <a:lvl5pPr marL="1828800" indent="0">
              <a:lnSpc>
                <a:spcPct val="80000"/>
              </a:lnSpc>
              <a:buNone/>
              <a:defRPr sz="66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9C1887E-643E-BB68-F557-E1EAB0A0A6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926297" y="685800"/>
            <a:ext cx="10326757" cy="0"/>
          </a:xfrm>
          <a:prstGeom prst="line">
            <a:avLst/>
          </a:prstGeom>
          <a:ln w="12700">
            <a:solidFill>
              <a:schemeClr val="bg1">
                <a:alpha val="4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1" y="501227"/>
            <a:ext cx="1907799" cy="365125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 b="0" spc="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00458" y="501227"/>
            <a:ext cx="1256738" cy="365125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4F53BF9-51A7-479A-9F82-F12307D0B4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57196" y="501227"/>
            <a:ext cx="429372" cy="365125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04020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052C017-FC5C-A7A2-BA15-6C113717C3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999" cy="6858001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8D5F78-0179-D9C3-74D3-62CE152FFE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2"/>
            <a:ext cx="8763000" cy="50383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BB386FE-4A21-B72A-BB2B-D4FDFDC3EC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722427" y="6212437"/>
            <a:ext cx="10808612" cy="0"/>
          </a:xfrm>
          <a:prstGeom prst="line">
            <a:avLst/>
          </a:prstGeom>
          <a:ln w="12700">
            <a:solidFill>
              <a:schemeClr val="accent5">
                <a:alpha val="4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D4813FB1-9165-4DD7-C4C2-EAFC20602D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0" y="5410203"/>
            <a:ext cx="7543800" cy="372746"/>
          </a:xfrm>
          <a:noFill/>
        </p:spPr>
        <p:txBody>
          <a:bodyPr tIns="91440" bIns="91440" anchor="ctr">
            <a:normAutofit/>
          </a:bodyPr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3504" y="725556"/>
            <a:ext cx="8845296" cy="3656168"/>
          </a:xfrm>
        </p:spPr>
        <p:txBody>
          <a:bodyPr>
            <a:normAutofit/>
          </a:bodyPr>
          <a:lstStyle>
            <a:lvl1pPr marL="228600" indent="-228600">
              <a:lnSpc>
                <a:spcPct val="85000"/>
              </a:lnSpc>
              <a:spcBef>
                <a:spcPts val="0"/>
              </a:spcBef>
              <a:buNone/>
              <a:defRPr sz="5800" b="0" cap="all" spc="0" baseline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4F49A81-8721-B846-5567-52769C04D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0" y="6029868"/>
            <a:ext cx="1911096" cy="365125"/>
          </a:xfrm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FB3E54B7-FFB1-7BFC-0189-A17360728C5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802368" y="6029868"/>
            <a:ext cx="1435608" cy="365125"/>
          </a:xfrm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fld id="{D4F53BF9-51A7-479A-9F82-F12307D0B4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1DF2706-0EDF-0D3B-C01B-613E7D1BB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66431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50773-1259-8F51-3561-DF3A80B26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521185"/>
            <a:ext cx="10902696" cy="1070849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966CF-BE4B-28C8-6D17-E087E97C0E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5431" y="1756230"/>
            <a:ext cx="5181600" cy="40349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559437-5037-4EE7-88FA-80C5AA0870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24600" y="1756230"/>
            <a:ext cx="5181600" cy="40349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326746-DF44-9DEF-8471-A5E1F6CCC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850B58-64D5-F359-1AC8-3D57AA87B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6A22FA-48E7-5BF5-6432-6C7A54D7E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6978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D8D87-72DE-A210-5C2D-570A1B01D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521206"/>
            <a:ext cx="10899648" cy="1069848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3932A9-21A4-5A57-9D72-8C46993E6B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431" y="1631076"/>
            <a:ext cx="5157787" cy="70939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83D4B4-A366-E12D-19BB-C17B71466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5431" y="2372146"/>
            <a:ext cx="5157787" cy="34952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06DAAF-1A05-D83C-70C1-CEADA4EB73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24600" y="1631076"/>
            <a:ext cx="5183188" cy="70939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FE7B13-3453-6313-B416-E9FF9DA2E0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24600" y="2372146"/>
            <a:ext cx="5183188" cy="34952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61BE2D-E1A3-1A5C-AE37-9DC52A971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D5902D-DF04-F2A8-C2F8-EBDD2A897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4FDDA8-940A-B407-4EB2-85DC9BEDB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31836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151FC-CD6F-656F-54A8-59B782BEF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265176"/>
            <a:ext cx="11028923" cy="1325880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7D307A-FF1F-38A3-7DE5-F11DC31CA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4C539B-20CB-8D83-0ECC-5F682BD06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6EB674-912E-381A-49CE-08E49DFF4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7422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FA0B77-3CB1-4071-30F6-B0766D75C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4A81A7-FC7B-1689-D59F-4173A1763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080D98-2C9A-3434-E8A3-DA6CCD2F5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44608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8073289-DB44-2F27-575B-3B0123960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22766A-BE9C-B780-CC66-44ECFC5C0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057400" y="3084659"/>
            <a:ext cx="10133956" cy="3773341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306" y="182881"/>
            <a:ext cx="8616684" cy="1874520"/>
          </a:xfrm>
          <a:noFill/>
        </p:spPr>
        <p:txBody>
          <a:bodyPr anchor="t">
            <a:normAutofit/>
          </a:bodyPr>
          <a:lstStyle>
            <a:lvl1pPr>
              <a:defRPr sz="96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753600" y="617923"/>
            <a:ext cx="1866897" cy="461881"/>
          </a:xfrm>
          <a:noFill/>
        </p:spPr>
        <p:txBody>
          <a:bodyPr anchor="t"/>
          <a:lstStyle>
            <a:lvl1pPr algn="r">
              <a:defRPr sz="900"/>
            </a:lvl1pPr>
          </a:lstStyle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5846" y="3544866"/>
            <a:ext cx="8990722" cy="2446782"/>
          </a:xfrm>
        </p:spPr>
        <p:txBody>
          <a:bodyPr>
            <a:normAutofit/>
          </a:bodyPr>
          <a:lstStyle>
            <a:lvl1pPr marL="0" indent="0">
              <a:buClr>
                <a:schemeClr val="tx2"/>
              </a:buClr>
              <a:buFont typeface="Arial" panose="020B0604020202020204" pitchFamily="34" charset="0"/>
              <a:buNone/>
              <a:defRPr sz="1800"/>
            </a:lvl1pPr>
            <a:lvl2pPr marL="457200" indent="0">
              <a:buClr>
                <a:schemeClr val="tx2"/>
              </a:buClr>
              <a:buFont typeface="Arial" panose="020B0604020202020204" pitchFamily="34" charset="0"/>
              <a:buNone/>
              <a:defRPr sz="1600"/>
            </a:lvl2pPr>
            <a:lvl3pPr marL="914400" indent="0">
              <a:buClr>
                <a:schemeClr val="tx2"/>
              </a:buClr>
              <a:buFont typeface="Arial" panose="020B0604020202020204" pitchFamily="34" charset="0"/>
              <a:buNone/>
              <a:defRPr sz="1400"/>
            </a:lvl3pPr>
            <a:lvl4pPr marL="13716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4pPr>
            <a:lvl5pPr marL="18288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95846" y="6024816"/>
            <a:ext cx="1809495" cy="365125"/>
          </a:xfrm>
          <a:solidFill>
            <a:schemeClr val="bg2"/>
          </a:solidFill>
        </p:spPr>
        <p:txBody>
          <a:bodyPr/>
          <a:lstStyle>
            <a:lvl1pPr algn="l">
              <a:defRPr/>
            </a:lvl1pPr>
          </a:lstStyle>
          <a:p>
            <a:fld id="{D4F53BF9-51A7-479A-9F82-F12307D0B4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bg2"/>
          </a:solidFill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7870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8073289-DB44-2F27-575B-3B0123960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2AC4BE-2FD3-AAF4-8A1B-0633F1BEE3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436077" cy="2057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652D305-42E1-E86E-632C-9DFD4F747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5800" y="4564627"/>
            <a:ext cx="5068016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625" y="530940"/>
            <a:ext cx="7703576" cy="1308290"/>
          </a:xfrm>
          <a:noFill/>
        </p:spPr>
        <p:txBody>
          <a:bodyPr anchor="t">
            <a:normAutofit/>
          </a:bodyPr>
          <a:lstStyle>
            <a:lvl1pPr>
              <a:defRPr sz="80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7005" y="3571531"/>
            <a:ext cx="5009534" cy="1987694"/>
          </a:xfrm>
        </p:spPr>
        <p:txBody>
          <a:bodyPr anchor="ctr">
            <a:normAutofit/>
          </a:bodyPr>
          <a:lstStyle>
            <a:lvl1pPr marL="0" indent="0">
              <a:buClr>
                <a:schemeClr val="tx2"/>
              </a:buClr>
              <a:buFont typeface="Arial" panose="020B0604020202020204" pitchFamily="34" charset="0"/>
              <a:buNone/>
              <a:defRPr sz="1800"/>
            </a:lvl1pPr>
            <a:lvl2pPr marL="457200" indent="0">
              <a:buClr>
                <a:schemeClr val="tx2"/>
              </a:buClr>
              <a:buFont typeface="Arial" panose="020B0604020202020204" pitchFamily="34" charset="0"/>
              <a:buNone/>
              <a:defRPr sz="1600"/>
            </a:lvl2pPr>
            <a:lvl3pPr marL="914400" indent="0">
              <a:buClr>
                <a:schemeClr val="tx2"/>
              </a:buClr>
              <a:buFont typeface="Arial" panose="020B0604020202020204" pitchFamily="34" charset="0"/>
              <a:buNone/>
              <a:defRPr sz="1400"/>
            </a:lvl3pPr>
            <a:lvl4pPr marL="13716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4pPr>
            <a:lvl5pPr marL="18288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0" y="6029867"/>
            <a:ext cx="1911096" cy="365126"/>
          </a:xfrm>
          <a:noFill/>
        </p:spPr>
        <p:txBody>
          <a:bodyPr anchor="ctr"/>
          <a:lstStyle>
            <a:lvl1pPr algn="l">
              <a:defRPr sz="900" b="1"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99320" y="6029867"/>
            <a:ext cx="1441766" cy="365125"/>
          </a:xfrm>
          <a:noFill/>
        </p:spPr>
        <p:txBody>
          <a:bodyPr/>
          <a:lstStyle>
            <a:lvl1pPr algn="r">
              <a:defRPr/>
            </a:lvl1pPr>
          </a:lstStyle>
          <a:p>
            <a:fld id="{D4F53BF9-51A7-479A-9F82-F12307D0B4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1882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FBAF5C3-82B6-427E-5D2E-900A2D90A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722427" y="6212437"/>
            <a:ext cx="10808612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1AA792-727F-F91C-6564-A882FAF11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351270"/>
            <a:ext cx="10981137" cy="1239720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13716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0A246-77A4-EC4C-28B8-90388BB8E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431" y="1745956"/>
            <a:ext cx="10981137" cy="3983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F6714-5B6F-439F-4173-D518237123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430" y="6029868"/>
            <a:ext cx="1911096" cy="36512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l">
              <a:defRPr sz="900" b="1" cap="all" spc="6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842E6-B4ED-431B-B1A0-22352BA620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58400" y="6029868"/>
            <a:ext cx="1182686" cy="36512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r">
              <a:defRPr sz="900" cap="all" baseline="0">
                <a:solidFill>
                  <a:schemeClr val="tx2"/>
                </a:solidFill>
              </a:defRPr>
            </a:lvl1pPr>
          </a:lstStyle>
          <a:p>
            <a:fld id="{D4F53BF9-51A7-479A-9F82-F12307D0B4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6743A1-0EE5-84FA-44EE-3CDDB793AA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33434" y="6029868"/>
            <a:ext cx="429372" cy="36512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r">
              <a:defRPr sz="900" cap="all" baseline="0">
                <a:solidFill>
                  <a:schemeClr val="tx2"/>
                </a:solidFill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874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marL="0" algn="l" defTabSz="914400" rtl="0" eaLnBrk="1" latinLnBrk="0" hangingPunct="1">
        <a:lnSpc>
          <a:spcPct val="100000"/>
        </a:lnSpc>
        <a:spcBef>
          <a:spcPct val="0"/>
        </a:spcBef>
        <a:spcAft>
          <a:spcPts val="0"/>
        </a:spcAft>
        <a:buNone/>
        <a:defRPr sz="2800" kern="1200" cap="all" baseline="0">
          <a:solidFill>
            <a:schemeClr val="accent5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864">
          <p15:clr>
            <a:srgbClr val="F26B43"/>
          </p15:clr>
        </p15:guide>
        <p15:guide id="3" pos="432">
          <p15:clr>
            <a:srgbClr val="F26B43"/>
          </p15:clr>
        </p15:guide>
        <p15:guide id="4" orient="horz" pos="3912">
          <p15:clr>
            <a:srgbClr val="F26B43"/>
          </p15:clr>
        </p15:guide>
        <p15:guide id="5" orient="horz" pos="3504">
          <p15:clr>
            <a:srgbClr val="F26B43"/>
          </p15:clr>
        </p15:guide>
        <p15:guide id="6" orient="horz" pos="3024">
          <p15:clr>
            <a:srgbClr val="F26B43"/>
          </p15:clr>
        </p15:guide>
        <p15:guide id="7" orient="horz" pos="2592">
          <p15:clr>
            <a:srgbClr val="F26B43"/>
          </p15:clr>
        </p15:guide>
        <p15:guide id="8" orient="horz" pos="1728">
          <p15:clr>
            <a:srgbClr val="F26B43"/>
          </p15:clr>
        </p15:guide>
        <p15:guide id="9" orient="horz" pos="1296">
          <p15:clr>
            <a:srgbClr val="F26B43"/>
          </p15:clr>
        </p15:guide>
        <p15:guide id="10" orient="horz" pos="864">
          <p15:clr>
            <a:srgbClr val="F26B43"/>
          </p15:clr>
        </p15:guide>
        <p15:guide id="11" orient="horz" pos="432">
          <p15:clr>
            <a:srgbClr val="F26B43"/>
          </p15:clr>
        </p15:guide>
        <p15:guide id="12" pos="1296">
          <p15:clr>
            <a:srgbClr val="F26B43"/>
          </p15:clr>
        </p15:guide>
        <p15:guide id="13" pos="1728">
          <p15:clr>
            <a:srgbClr val="F26B43"/>
          </p15:clr>
        </p15:guide>
        <p15:guide id="18" pos="2160">
          <p15:clr>
            <a:srgbClr val="F26B43"/>
          </p15:clr>
        </p15:guide>
        <p15:guide id="20" pos="5520">
          <p15:clr>
            <a:srgbClr val="F26B43"/>
          </p15:clr>
        </p15:guide>
        <p15:guide id="21" pos="5952">
          <p15:clr>
            <a:srgbClr val="F26B43"/>
          </p15:clr>
        </p15:guide>
        <p15:guide id="22" pos="6384">
          <p15:clr>
            <a:srgbClr val="F26B43"/>
          </p15:clr>
        </p15:guide>
        <p15:guide id="24" pos="6816">
          <p15:clr>
            <a:srgbClr val="F26B43"/>
          </p15:clr>
        </p15:guide>
        <p15:guide id="25" pos="7248">
          <p15:clr>
            <a:srgbClr val="F26B43"/>
          </p15:clr>
        </p15:guide>
        <p15:guide id="26" pos="5088">
          <p15:clr>
            <a:srgbClr val="F26B43"/>
          </p15:clr>
        </p15:guide>
        <p15:guide id="27" pos="4656">
          <p15:clr>
            <a:srgbClr val="F26B43"/>
          </p15:clr>
        </p15:guide>
        <p15:guide id="28" pos="4224">
          <p15:clr>
            <a:srgbClr val="F26B43"/>
          </p15:clr>
        </p15:guide>
        <p15:guide id="29" pos="2592">
          <p15:clr>
            <a:srgbClr val="F26B43"/>
          </p15:clr>
        </p15:guide>
        <p15:guide id="30" pos="3024">
          <p15:clr>
            <a:srgbClr val="F26B43"/>
          </p15:clr>
        </p15:guide>
        <p15:guide id="31" pos="3456">
          <p15:clr>
            <a:srgbClr val="F26B43"/>
          </p15:clr>
        </p15:guide>
        <p15:guide id="32" orient="horz" pos="64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5F625-ABB7-187C-97A6-7122291068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58" y="1607418"/>
            <a:ext cx="9815363" cy="406186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990000"/>
                </a:solidFill>
              </a:rPr>
              <a:t>Traffic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rgbClr val="D1CD21"/>
                </a:solidFill>
              </a:rPr>
              <a:t>Control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rgbClr val="009900"/>
                </a:solidFill>
              </a:rPr>
              <a:t>Simulator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5FC76F-A624-45F6-ACF0-D687D6AD76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07808" y="3995928"/>
            <a:ext cx="3462393" cy="2368296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</a:rPr>
              <a:t>Zane Dollarhide</a:t>
            </a:r>
          </a:p>
          <a:p>
            <a:r>
              <a:rPr lang="en-US" sz="2000" dirty="0">
                <a:solidFill>
                  <a:schemeClr val="tx1"/>
                </a:solidFill>
              </a:rPr>
              <a:t>Carson Page</a:t>
            </a:r>
          </a:p>
          <a:p>
            <a:r>
              <a:rPr lang="en-US" sz="2000" dirty="0">
                <a:solidFill>
                  <a:schemeClr val="tx1"/>
                </a:solidFill>
              </a:rPr>
              <a:t>Caden Palomares</a:t>
            </a:r>
          </a:p>
          <a:p>
            <a:r>
              <a:rPr lang="en-US" sz="2000" dirty="0">
                <a:solidFill>
                  <a:schemeClr val="tx1"/>
                </a:solidFill>
              </a:rPr>
              <a:t>Andrew Saigo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48BCF7-C692-EAF5-A027-C3BEF28D34A9}"/>
              </a:ext>
            </a:extLst>
          </p:cNvPr>
          <p:cNvSpPr/>
          <p:nvPr/>
        </p:nvSpPr>
        <p:spPr>
          <a:xfrm>
            <a:off x="11420856" y="969264"/>
            <a:ext cx="164592" cy="4928616"/>
          </a:xfrm>
          <a:prstGeom prst="rect">
            <a:avLst/>
          </a:prstGeom>
          <a:solidFill>
            <a:srgbClr val="EDECE9"/>
          </a:solidFill>
          <a:ln>
            <a:solidFill>
              <a:srgbClr val="EDECE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B2EEF60-7D52-D7A8-0D54-0C515D99C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4932" y="0"/>
            <a:ext cx="56370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312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A6928-A1FD-AFE4-7BFB-C26DA0015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192" y="346115"/>
            <a:ext cx="11393424" cy="1494845"/>
          </a:xfrm>
        </p:spPr>
        <p:txBody>
          <a:bodyPr>
            <a:normAutofit/>
          </a:bodyPr>
          <a:lstStyle/>
          <a:p>
            <a:r>
              <a:rPr lang="en-US" sz="4000" dirty="0"/>
              <a:t>Example Slide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99297-9B04-6E34-D42D-263741081D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2376" y="1331049"/>
            <a:ext cx="10799064" cy="4683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Example slide body.</a:t>
            </a:r>
          </a:p>
        </p:txBody>
      </p:sp>
    </p:spTree>
    <p:extLst>
      <p:ext uri="{BB962C8B-B14F-4D97-AF65-F5344CB8AC3E}">
        <p14:creationId xmlns:p14="http://schemas.microsoft.com/office/powerpoint/2010/main" val="2043908860"/>
      </p:ext>
    </p:extLst>
  </p:cSld>
  <p:clrMapOvr>
    <a:masterClrMapping/>
  </p:clrMapOvr>
</p:sld>
</file>

<file path=ppt/theme/theme1.xml><?xml version="1.0" encoding="utf-8"?>
<a:theme xmlns:a="http://schemas.openxmlformats.org/drawingml/2006/main" name="Orange Experience">
  <a:themeElements>
    <a:clrScheme name="Orange Experience">
      <a:dk1>
        <a:srgbClr val="131313"/>
      </a:dk1>
      <a:lt1>
        <a:sysClr val="window" lastClr="FFFFFF"/>
      </a:lt1>
      <a:dk2>
        <a:srgbClr val="444742"/>
      </a:dk2>
      <a:lt2>
        <a:srgbClr val="EDECE9"/>
      </a:lt2>
      <a:accent1>
        <a:srgbClr val="ED6845"/>
      </a:accent1>
      <a:accent2>
        <a:srgbClr val="F48A56"/>
      </a:accent2>
      <a:accent3>
        <a:srgbClr val="9FA295"/>
      </a:accent3>
      <a:accent4>
        <a:srgbClr val="5B6E74"/>
      </a:accent4>
      <a:accent5>
        <a:srgbClr val="6E7868"/>
      </a:accent5>
      <a:accent6>
        <a:srgbClr val="A1AAAA"/>
      </a:accent6>
      <a:hlink>
        <a:srgbClr val="F05814"/>
      </a:hlink>
      <a:folHlink>
        <a:srgbClr val="E99401"/>
      </a:folHlink>
    </a:clrScheme>
    <a:fontScheme name="Custom 40">
      <a:majorFont>
        <a:latin typeface="Oswald SemiBold"/>
        <a:ea typeface=""/>
        <a:cs typeface=""/>
      </a:majorFont>
      <a:minorFont>
        <a:latin typeface="Univers Condensed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range experience" id="{9BAA8FFB-1EEF-49AC-B7FF-0F37799585E9}" vid="{6523F788-A6E6-47B0-B3C7-625411BE5A1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Orange Experience</Template>
  <TotalTime>63</TotalTime>
  <Words>20</Words>
  <Application>Microsoft Office PowerPoint</Application>
  <PresentationFormat>Widescreen</PresentationFormat>
  <Paragraphs>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Oswald SemiBold</vt:lpstr>
      <vt:lpstr>Univers Condensed Light</vt:lpstr>
      <vt:lpstr>Orange Experience</vt:lpstr>
      <vt:lpstr>Traffic Control Simulator</vt:lpstr>
      <vt:lpstr>Example Slide Title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Caden Palomares</dc:creator>
  <cp:lastModifiedBy>Caden Palomares</cp:lastModifiedBy>
  <cp:revision>3</cp:revision>
  <dcterms:created xsi:type="dcterms:W3CDTF">2026-10-28T00:52:55Z</dcterms:created>
  <dcterms:modified xsi:type="dcterms:W3CDTF">2026-10-28T01:55:58Z</dcterms:modified>
</cp:coreProperties>
</file>