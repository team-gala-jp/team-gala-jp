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CE9"/>
    <a:srgbClr val="D1CD21"/>
    <a:srgbClr val="E2E707"/>
    <a:srgbClr val="CCDB03"/>
    <a:srgbClr val="009900"/>
    <a:srgbClr val="EBE600"/>
    <a:srgbClr val="990000"/>
    <a:srgbClr val="0620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9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56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47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79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63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781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1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06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62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157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88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1803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915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52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248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1571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316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89669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040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6643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978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3183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742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460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78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8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74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F625-ABB7-187C-97A6-712229106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8" y="1607418"/>
            <a:ext cx="9815363" cy="406186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90000"/>
                </a:solidFill>
              </a:rPr>
              <a:t>Traffic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D1CD21"/>
                </a:solidFill>
              </a:rPr>
              <a:t>Control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009900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FC76F-A624-45F6-ACF0-D687D6AD7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07808" y="3995928"/>
            <a:ext cx="3462393" cy="236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Zane Dollarhide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Carson Page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Caden Palomares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Andrew Saigo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8BCF7-C692-EAF5-A027-C3BEF28D34A9}"/>
              </a:ext>
            </a:extLst>
          </p:cNvPr>
          <p:cNvSpPr/>
          <p:nvPr/>
        </p:nvSpPr>
        <p:spPr>
          <a:xfrm>
            <a:off x="11420856" y="969264"/>
            <a:ext cx="164592" cy="4928616"/>
          </a:xfrm>
          <a:prstGeom prst="rect">
            <a:avLst/>
          </a:prstGeom>
          <a:solidFill>
            <a:srgbClr val="EDECE9"/>
          </a:solidFill>
          <a:ln>
            <a:solidFill>
              <a:srgbClr val="EDECE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2EEF60-7D52-D7A8-0D54-0C515D99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932" y="0"/>
            <a:ext cx="563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312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A6928-A1FD-AFE4-7BFB-C26DA00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274926"/>
            <a:ext cx="5355169" cy="1069848"/>
          </a:xfrm>
        </p:spPr>
        <p:txBody>
          <a:bodyPr>
            <a:normAutofit/>
          </a:bodyPr>
          <a:lstStyle/>
          <a:p>
            <a:r>
              <a:rPr lang="en-US" sz="4000" dirty="0"/>
              <a:t>Stretch Goals: Part 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641E9C-7073-207B-41C5-A5A94E56E0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387408"/>
            <a:ext cx="5157787" cy="709394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0" cap="none" spc="0" dirty="0">
                <a:solidFill>
                  <a:srgbClr val="444742"/>
                </a:solidFill>
                <a:latin typeface="Univers Condensed Light"/>
              </a:rPr>
              <a:t>Traffic Video Input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444742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99297-9B04-6E34-D42D-263741081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858" y="2139436"/>
            <a:ext cx="5157787" cy="3495253"/>
          </a:xfrm>
        </p:spPr>
        <p:txBody>
          <a:bodyPr>
            <a:normAutofit/>
          </a:bodyPr>
          <a:lstStyle/>
          <a:p>
            <a:r>
              <a:rPr lang="en-US" sz="2400" dirty="0"/>
              <a:t>Analyze a Provided Video</a:t>
            </a:r>
          </a:p>
          <a:p>
            <a:pPr lvl="1"/>
            <a:r>
              <a:rPr lang="en-US" sz="2400" dirty="0"/>
              <a:t>User Efficiency Tool</a:t>
            </a:r>
          </a:p>
          <a:p>
            <a:r>
              <a:rPr lang="en-US" sz="2400" dirty="0"/>
              <a:t>Determine Traffic Data</a:t>
            </a:r>
          </a:p>
          <a:p>
            <a:pPr lvl="1"/>
            <a:r>
              <a:rPr lang="en-US" sz="2400" dirty="0"/>
              <a:t>Traffic Flow Directions</a:t>
            </a:r>
          </a:p>
          <a:p>
            <a:pPr lvl="1"/>
            <a:r>
              <a:rPr lang="en-US" sz="2400" dirty="0"/>
              <a:t>Traffic Density</a:t>
            </a:r>
          </a:p>
          <a:p>
            <a:r>
              <a:rPr lang="en-US" sz="2400" dirty="0"/>
              <a:t>Alter Simulation Parameters to Match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D3E574-5441-7C65-04F7-1AE5ED31F3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402" y="379397"/>
            <a:ext cx="5183188" cy="709393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Layered Roads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5FD4A5-B60E-6DB4-1C59-CDDD2A588E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402" y="1138171"/>
            <a:ext cx="5183188" cy="3495254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Add 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Limited Elevation Control to Simulation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Overpasses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Underpasses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Useful for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 Highway Intersections</a:t>
            </a:r>
          </a:p>
          <a:p>
            <a:pPr lvl="1">
              <a:spcBef>
                <a:spcPts val="1000"/>
              </a:spcBef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Dog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bone Interchange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44742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pic>
        <p:nvPicPr>
          <p:cNvPr id="7" name="Picture 6" descr="Dogbone interchange. : r/CitiesSkylines">
            <a:extLst>
              <a:ext uri="{FF2B5EF4-FFF2-40B4-BE49-F238E27FC236}">
                <a16:creationId xmlns:a16="http://schemas.microsoft.com/office/drawing/2014/main" id="{C5F3410A-C7BA-81B4-DEE1-41880DF9F8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640" t="14930" r="6957" b="28671"/>
          <a:stretch>
            <a:fillRect/>
          </a:stretch>
        </p:blipFill>
        <p:spPr>
          <a:xfrm>
            <a:off x="6489906" y="4340888"/>
            <a:ext cx="3879993" cy="174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908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9BFF0-58BA-59B2-382E-27F20F46E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87D0-18DD-190D-8277-5E27B3276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274926"/>
            <a:ext cx="5355169" cy="1069848"/>
          </a:xfrm>
        </p:spPr>
        <p:txBody>
          <a:bodyPr>
            <a:normAutofit/>
          </a:bodyPr>
          <a:lstStyle/>
          <a:p>
            <a:r>
              <a:rPr lang="en-US" sz="4000" dirty="0"/>
              <a:t>Stretch Goals: Part II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F4969-79BF-C3EA-FE54-382BB3EF7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387408"/>
            <a:ext cx="5157787" cy="709394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Design Suggestions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FC9F8-DE2A-C4CE-570F-9146F3E80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858" y="2139436"/>
            <a:ext cx="5157787" cy="3495253"/>
          </a:xfrm>
        </p:spPr>
        <p:txBody>
          <a:bodyPr>
            <a:normAutofit/>
          </a:bodyPr>
          <a:lstStyle/>
          <a:p>
            <a:r>
              <a:rPr lang="en-US" sz="2400" dirty="0"/>
              <a:t>Algorithm Testing Common Intersections</a:t>
            </a:r>
          </a:p>
          <a:p>
            <a:pPr lvl="1"/>
            <a:r>
              <a:rPr lang="en-US" sz="2400" dirty="0"/>
              <a:t>Intersection Types Predetermined</a:t>
            </a:r>
          </a:p>
          <a:p>
            <a:r>
              <a:rPr lang="en-US" sz="2400" dirty="0"/>
              <a:t>Uses Simulation Feature</a:t>
            </a:r>
          </a:p>
          <a:p>
            <a:r>
              <a:rPr lang="en-US" sz="2400" dirty="0"/>
              <a:t>Returns Best Resulting Intersection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560669-2257-4D6E-BB1D-747CDCC23D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402" y="1387408"/>
            <a:ext cx="5183188" cy="709393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Advanced Pedestrian Support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ABAEC1-F057-6991-B094-74827E10D0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402" y="2139436"/>
            <a:ext cx="5183188" cy="349525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More Than One Type of Actor</a:t>
            </a:r>
          </a:p>
          <a:p>
            <a:pPr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Differing Behavior</a:t>
            </a:r>
            <a:endParaRPr lang="en-US" sz="2800" dirty="0">
              <a:solidFill>
                <a:srgbClr val="444742"/>
              </a:solidFill>
              <a:latin typeface="Univers Condensed Light"/>
            </a:endParaRP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Speed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Awareness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Caution</a:t>
            </a:r>
          </a:p>
        </p:txBody>
      </p:sp>
    </p:spTree>
    <p:extLst>
      <p:ext uri="{BB962C8B-B14F-4D97-AF65-F5344CB8AC3E}">
        <p14:creationId xmlns:p14="http://schemas.microsoft.com/office/powerpoint/2010/main" val="1572061499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169</TotalTime>
  <Words>92</Words>
  <Application>Microsoft Office PowerPoint</Application>
  <PresentationFormat>Widescreen</PresentationFormat>
  <Paragraphs>31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Oswald SemiBold</vt:lpstr>
      <vt:lpstr>Univers Condensed Light</vt:lpstr>
      <vt:lpstr>Orange Experience</vt:lpstr>
      <vt:lpstr>Traffic Control Simulator</vt:lpstr>
      <vt:lpstr>Stretch Goals: Part I</vt:lpstr>
      <vt:lpstr>Stretch Goals: Part II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Caden Palomares</dc:creator>
  <cp:lastModifiedBy>Zane Dollarhide</cp:lastModifiedBy>
  <cp:revision>6</cp:revision>
  <dcterms:created xsi:type="dcterms:W3CDTF">2026-10-28T00:52:55Z</dcterms:created>
  <dcterms:modified xsi:type="dcterms:W3CDTF">2026-10-29T05:07:30Z</dcterms:modified>
</cp:coreProperties>
</file>