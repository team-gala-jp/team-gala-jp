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61" r:id="rId4"/>
    <p:sldId id="262" r:id="rId5"/>
    <p:sldId id="263" r:id="rId6"/>
    <p:sldId id="258" r:id="rId7"/>
    <p:sldId id="259"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DECE9"/>
    <a:srgbClr val="D1CD21"/>
    <a:srgbClr val="E2E707"/>
    <a:srgbClr val="CCDB03"/>
    <a:srgbClr val="009900"/>
    <a:srgbClr val="EBE600"/>
    <a:srgbClr val="990000"/>
    <a:srgbClr val="0620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6" d="100"/>
          <a:sy n="76" d="100"/>
        </p:scale>
        <p:origin x="840"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2A180A8E-4668-486A-95D0-DBD6BDD7C43F}"/>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3" name="Straight Connector 12">
            <a:extLst>
              <a:ext uri="{FF2B5EF4-FFF2-40B4-BE49-F238E27FC236}">
                <a16:creationId xmlns:a16="http://schemas.microsoft.com/office/drawing/2014/main" id="{1CBB8E81-5147-5506-5F4B-DBC0E7AF26E1}"/>
              </a:ext>
              <a:ext uri="{C183D7F6-B498-43B3-948B-1728B52AA6E4}">
                <adec:decorative xmlns:adec="http://schemas.microsoft.com/office/drawing/2017/decorative" val="1"/>
              </a:ext>
            </a:extLst>
          </p:cNvPr>
          <p:cNvCxnSpPr>
            <a:cxnSpLocks/>
          </p:cNvCxnSpPr>
          <p:nvPr/>
        </p:nvCxnSpPr>
        <p:spPr>
          <a:xfrm>
            <a:off x="11506200" y="637890"/>
            <a:ext cx="0" cy="557241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34852B95-CFB8-EEBE-3973-7363B361118A}"/>
              </a:ext>
              <a:ext uri="{C183D7F6-B498-43B3-948B-1728B52AA6E4}">
                <adec:decorative xmlns:adec="http://schemas.microsoft.com/office/drawing/2017/decorative" val="1"/>
              </a:ext>
            </a:extLst>
          </p:cNvPr>
          <p:cNvCxnSpPr>
            <a:cxnSpLocks/>
          </p:cNvCxnSpPr>
          <p:nvPr/>
        </p:nvCxnSpPr>
        <p:spPr>
          <a:xfrm>
            <a:off x="696332" y="768924"/>
            <a:ext cx="0" cy="480060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0" name="Picture Placeholder 9">
            <a:extLst>
              <a:ext uri="{FF2B5EF4-FFF2-40B4-BE49-F238E27FC236}">
                <a16:creationId xmlns:a16="http://schemas.microsoft.com/office/drawing/2014/main" id="{F1A205B3-F30A-B2B0-2AFF-593443D32773}"/>
              </a:ext>
              <a:ext uri="{C183D7F6-B498-43B3-948B-1728B52AA6E4}">
                <adec:decorative xmlns:adec="http://schemas.microsoft.com/office/drawing/2017/decorative" val="0"/>
              </a:ext>
            </a:extLst>
          </p:cNvPr>
          <p:cNvSpPr>
            <a:spLocks noGrp="1"/>
          </p:cNvSpPr>
          <p:nvPr>
            <p:ph type="pic" sz="quarter" idx="14" hasCustomPrompt="1"/>
          </p:nvPr>
        </p:nvSpPr>
        <p:spPr>
          <a:xfrm>
            <a:off x="5503863" y="1354138"/>
            <a:ext cx="5322887" cy="4481512"/>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914400" y="831992"/>
            <a:ext cx="5897880" cy="4258956"/>
          </a:xfrm>
          <a:solidFill>
            <a:schemeClr val="bg2"/>
          </a:solidFill>
        </p:spPr>
        <p:txBody>
          <a:bodyPr lIns="182880" rIns="228600" bIns="91440" anchor="b">
            <a:normAutofit/>
          </a:bodyPr>
          <a:lstStyle>
            <a:lvl1pPr algn="r">
              <a:lnSpc>
                <a:spcPct val="80000"/>
              </a:lnSpc>
              <a:defRPr sz="7200">
                <a:solidFill>
                  <a:schemeClr val="accent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605431" y="5372809"/>
            <a:ext cx="2364946" cy="909119"/>
          </a:xfrm>
          <a:solidFill>
            <a:schemeClr val="bg2"/>
          </a:solidFill>
        </p:spPr>
        <p:txBody>
          <a:bodyPr vert="horz" lIns="91440" tIns="45720" rIns="91440" bIns="45720" rtlCol="0" anchor="b">
            <a:normAutofit/>
          </a:bodyPr>
          <a:lstStyle>
            <a:lvl1pPr marL="0" indent="0">
              <a:lnSpc>
                <a:spcPct val="100000"/>
              </a:lnSpc>
              <a:buNone/>
              <a:defRPr lang="en-US" sz="1600" cap="all" baseline="0" dirty="0">
                <a:solidFill>
                  <a:schemeClr val="accent3">
                    <a:lumMod val="75000"/>
                  </a:schemeClr>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547529" y="612251"/>
            <a:ext cx="2070397" cy="518965"/>
          </a:xfrm>
          <a:solidFill>
            <a:schemeClr val="bg2"/>
          </a:solid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rot="5400000">
            <a:off x="10897326" y="5229935"/>
            <a:ext cx="1223795" cy="365125"/>
          </a:xfrm>
          <a:solidFill>
            <a:schemeClr val="bg2"/>
          </a:solidFill>
        </p:spPr>
        <p:txBody>
          <a:bodyPr rIns="182880"/>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xfrm>
            <a:off x="11201400" y="6029866"/>
            <a:ext cx="461438" cy="365125"/>
          </a:xfrm>
          <a:solidFill>
            <a:schemeClr val="bg2"/>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1854352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2986" y="265728"/>
            <a:ext cx="10981137" cy="1325563"/>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2986" y="1736176"/>
            <a:ext cx="10981137" cy="419886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1635610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90397"/>
            <a:ext cx="0" cy="4396003"/>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FD120947-D69A-84F3-7617-0239E8E5C7F8}"/>
              </a:ext>
              <a:ext uri="{C183D7F6-B498-43B3-948B-1728B52AA6E4}">
                <adec:decorative xmlns:adec="http://schemas.microsoft.com/office/drawing/2017/decorative" val="0"/>
              </a:ext>
            </a:extLst>
          </p:cNvPr>
          <p:cNvSpPr>
            <a:spLocks noGrp="1"/>
          </p:cNvSpPr>
          <p:nvPr>
            <p:ph type="pic" sz="quarter" idx="13" hasCustomPrompt="1"/>
          </p:nvPr>
        </p:nvSpPr>
        <p:spPr>
          <a:xfrm>
            <a:off x="-791" y="1371600"/>
            <a:ext cx="6706392" cy="54864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4133850" y="685799"/>
            <a:ext cx="6373670" cy="2743201"/>
          </a:xfrm>
          <a:solidFill>
            <a:schemeClr val="bg2"/>
          </a:solidFill>
        </p:spPr>
        <p:txBody>
          <a:bodyPr vert="horz" lIns="182880" tIns="45720" rIns="91440" bIns="91440" rtlCol="0" anchor="b">
            <a:normAutofit/>
          </a:bodyPr>
          <a:lstStyle>
            <a:lvl1pPr>
              <a:lnSpc>
                <a:spcPct val="80000"/>
              </a:lnSpc>
              <a:defRPr lang="en-US" sz="6800" dirty="0">
                <a:solidFill>
                  <a:schemeClr val="accent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7500457" y="5570290"/>
            <a:ext cx="4114799" cy="699518"/>
          </a:xfrm>
        </p:spPr>
        <p:txBody>
          <a:bodyPr vert="horz" lIns="91440" tIns="45720" rIns="91440" bIns="45720" rtlCol="0" anchor="b">
            <a:normAutofit/>
          </a:bodyPr>
          <a:lstStyle>
            <a:lvl1pPr marL="0" indent="0" algn="r">
              <a:buNone/>
              <a:defRPr lang="en-US" sz="1600" cap="all" baseline="0" dirty="0">
                <a:solidFill>
                  <a:schemeClr val="accent3">
                    <a:lumMod val="75000"/>
                  </a:schemeClr>
                </a:solidFill>
                <a:latin typeface="+mj-lt"/>
              </a:defRPr>
            </a:lvl1pPr>
          </a:lstStyle>
          <a:p>
            <a:pPr lvl="0"/>
            <a:r>
              <a:rPr lang="en-US"/>
              <a:t>Click to edit Master subtitle style</a:t>
            </a:r>
            <a:endParaRPr lang="en-US" dirty="0"/>
          </a:p>
        </p:txBody>
      </p:sp>
      <p:sp>
        <p:nvSpPr>
          <p:cNvPr id="6" name="Slide Number Placeholder 5">
            <a:extLst>
              <a:ext uri="{FF2B5EF4-FFF2-40B4-BE49-F238E27FC236}">
                <a16:creationId xmlns:a16="http://schemas.microsoft.com/office/drawing/2014/main" id="{B945FE83-3A40-27CC-D68D-E889297B8CA2}"/>
              </a:ext>
            </a:extLst>
          </p:cNvPr>
          <p:cNvSpPr>
            <a:spLocks noGrp="1"/>
          </p:cNvSpPr>
          <p:nvPr>
            <p:ph type="sldNum" sz="quarter" idx="14"/>
          </p:nvPr>
        </p:nvSpPr>
        <p:spPr>
          <a:xfrm>
            <a:off x="145716" y="508084"/>
            <a:ext cx="429372" cy="365125"/>
          </a:xfrm>
          <a:noFill/>
        </p:spPr>
        <p:txBody>
          <a:bodyPr/>
          <a:lstStyle/>
          <a:p>
            <a:fld id="{62C10C1C-6E3B-4561-AC7B-2C6D28F8D4A7}" type="slidenum">
              <a:rPr lang="en-US" smtClean="0"/>
              <a:t>‹#›</a:t>
            </a:fld>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a:off x="603663" y="508084"/>
            <a:ext cx="1203320" cy="365125"/>
          </a:xfrm>
          <a:solidFill>
            <a:schemeClr val="bg2"/>
          </a:solidFill>
        </p:spPr>
        <p:txBody>
          <a:bodyPr/>
          <a:lstStyle>
            <a:lvl1pPr algn="l">
              <a:defRPr/>
            </a:lvl1pPr>
          </a:lstStyle>
          <a:p>
            <a:fld id="{D4F53BF9-51A7-479A-9F82-F12307D0B401}" type="datetimeFigureOut">
              <a:rPr lang="en-US" smtClean="0"/>
              <a:t>10/28/2026</a:t>
            </a:fld>
            <a:endParaRPr lang="en-US"/>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10134603" y="612063"/>
            <a:ext cx="1487296" cy="478334"/>
          </a:xfrm>
          <a:solidFill>
            <a:schemeClr val="bg2"/>
          </a:solidFill>
        </p:spPr>
        <p:txBody>
          <a:bodyPr anchor="t"/>
          <a:lstStyle>
            <a:lvl1pPr algn="r">
              <a:defRPr sz="1050"/>
            </a:lvl1pPr>
          </a:lstStyle>
          <a:p>
            <a:endParaRPr lang="en-US"/>
          </a:p>
        </p:txBody>
      </p:sp>
    </p:spTree>
    <p:extLst>
      <p:ext uri="{BB962C8B-B14F-4D97-AF65-F5344CB8AC3E}">
        <p14:creationId xmlns:p14="http://schemas.microsoft.com/office/powerpoint/2010/main" val="9457479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33580"/>
            <a:ext cx="0" cy="480029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137159" y="338328"/>
            <a:ext cx="8168640" cy="4462272"/>
          </a:xfrm>
          <a:noFill/>
        </p:spPr>
        <p:txBody>
          <a:bodyPr vert="horz" lIns="91440" tIns="45720" rIns="91440" bIns="137160" rtlCol="0" anchor="t">
            <a:normAutofit/>
          </a:bodyPr>
          <a:lstStyle>
            <a:lvl1pPr>
              <a:lnSpc>
                <a:spcPct val="80000"/>
              </a:lnSpc>
              <a:defRPr lang="en-US" sz="9600" spc="-100" baseline="0" dirty="0">
                <a:solidFill>
                  <a:schemeClr val="accent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8534400" y="4754729"/>
            <a:ext cx="3084441" cy="1080302"/>
          </a:xfrm>
          <a:solidFill>
            <a:schemeClr val="bg2"/>
          </a:solidFill>
        </p:spPr>
        <p:txBody>
          <a:bodyPr vert="horz" lIns="91440" tIns="45720" rIns="91440" bIns="45720" rtlCol="0" anchor="b">
            <a:normAutofit/>
          </a:bodyPr>
          <a:lstStyle>
            <a:lvl1pPr marL="0" indent="0" algn="r">
              <a:buNone/>
              <a:defRPr lang="en-US" sz="1600" cap="all" spc="100" baseline="0" dirty="0">
                <a:solidFill>
                  <a:schemeClr val="accent5"/>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144000" y="447579"/>
            <a:ext cx="2477899" cy="586001"/>
          </a:xfrm>
          <a:noFill/>
        </p:spPr>
        <p:txBody>
          <a:bodyPr/>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noFill/>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89792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D3069F5-8FDE-3652-E906-3619BF9A5D9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accent1"/>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B286"/>
              </a:solidFill>
            </a:endParaRPr>
          </a:p>
        </p:txBody>
      </p:sp>
      <p:cxnSp>
        <p:nvCxnSpPr>
          <p:cNvPr id="8" name="Straight Connector 7">
            <a:extLst>
              <a:ext uri="{FF2B5EF4-FFF2-40B4-BE49-F238E27FC236}">
                <a16:creationId xmlns:a16="http://schemas.microsoft.com/office/drawing/2014/main" id="{7F3E913D-4F8E-6F1A-DB89-A9E5CB7D266C}"/>
              </a:ext>
              <a:ext uri="{C183D7F6-B498-43B3-948B-1728B52AA6E4}">
                <adec:decorative xmlns:adec="http://schemas.microsoft.com/office/drawing/2017/decorative" val="1"/>
              </a:ext>
            </a:extLst>
          </p:cNvPr>
          <p:cNvCxnSpPr>
            <a:cxnSpLocks/>
          </p:cNvCxnSpPr>
          <p:nvPr/>
        </p:nvCxnSpPr>
        <p:spPr>
          <a:xfrm flipH="1">
            <a:off x="926297" y="6172185"/>
            <a:ext cx="10326757" cy="0"/>
          </a:xfrm>
          <a:prstGeom prst="line">
            <a:avLst/>
          </a:prstGeom>
          <a:ln w="12700">
            <a:solidFill>
              <a:schemeClr val="bg2">
                <a:alpha val="47000"/>
              </a:schemeClr>
            </a:solidFill>
          </a:ln>
        </p:spPr>
        <p:style>
          <a:lnRef idx="1">
            <a:schemeClr val="accent1"/>
          </a:lnRef>
          <a:fillRef idx="0">
            <a:schemeClr val="accent1"/>
          </a:fillRef>
          <a:effectRef idx="0">
            <a:schemeClr val="accent1"/>
          </a:effectRef>
          <a:fontRef idx="minor">
            <a:schemeClr val="tx1"/>
          </a:fontRef>
        </p:style>
      </p:cxnSp>
      <p:sp>
        <p:nvSpPr>
          <p:cNvPr id="9" name="Title 8">
            <a:extLst>
              <a:ext uri="{FF2B5EF4-FFF2-40B4-BE49-F238E27FC236}">
                <a16:creationId xmlns:a16="http://schemas.microsoft.com/office/drawing/2014/main" id="{15478846-46FB-2BEE-98D6-C903223E25CA}"/>
              </a:ext>
            </a:extLst>
          </p:cNvPr>
          <p:cNvSpPr>
            <a:spLocks noGrp="1"/>
          </p:cNvSpPr>
          <p:nvPr>
            <p:ph type="title" hasCustomPrompt="1"/>
          </p:nvPr>
        </p:nvSpPr>
        <p:spPr>
          <a:xfrm>
            <a:off x="128016" y="365760"/>
            <a:ext cx="11534790" cy="5525653"/>
          </a:xfrm>
          <a:noFill/>
        </p:spPr>
        <p:txBody>
          <a:bodyPr anchor="t">
            <a:normAutofit/>
          </a:bodyPr>
          <a:lstStyle>
            <a:lvl1pPr>
              <a:defRPr sz="11500" baseline="0">
                <a:ln>
                  <a:solidFill>
                    <a:schemeClr val="bg1"/>
                  </a:solidFill>
                </a:ln>
                <a:solidFill>
                  <a:schemeClr val="accent1"/>
                </a:solidFill>
              </a:defRPr>
            </a:lvl1pPr>
          </a:lstStyle>
          <a:p>
            <a:r>
              <a:rPr lang="en-US" dirty="0"/>
              <a:t>Section Header</a:t>
            </a:r>
          </a:p>
        </p:txBody>
      </p:sp>
      <p:sp>
        <p:nvSpPr>
          <p:cNvPr id="5" name="Footer Placeholder 4">
            <a:extLst>
              <a:ext uri="{FF2B5EF4-FFF2-40B4-BE49-F238E27FC236}">
                <a16:creationId xmlns:a16="http://schemas.microsoft.com/office/drawing/2014/main" id="{37A8544F-8D58-BFED-5A2B-2F718BA6F4F4}"/>
              </a:ext>
            </a:extLst>
          </p:cNvPr>
          <p:cNvSpPr>
            <a:spLocks noGrp="1"/>
          </p:cNvSpPr>
          <p:nvPr>
            <p:ph type="ftr" sz="quarter" idx="11"/>
          </p:nvPr>
        </p:nvSpPr>
        <p:spPr>
          <a:solidFill>
            <a:schemeClr val="accent1"/>
          </a:solidFill>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AB70139D-4890-4E0D-B3FD-098A02AB4ADF}"/>
              </a:ext>
            </a:extLst>
          </p:cNvPr>
          <p:cNvSpPr>
            <a:spLocks noGrp="1"/>
          </p:cNvSpPr>
          <p:nvPr>
            <p:ph type="dt" sz="half" idx="10"/>
          </p:nvPr>
        </p:nvSpPr>
        <p:spPr>
          <a:solidFill>
            <a:schemeClr val="accent1"/>
          </a:solidFill>
        </p:spPr>
        <p:txBody>
          <a:bodyPr/>
          <a:lstStyle>
            <a:lvl1pPr>
              <a:defRPr>
                <a:solidFill>
                  <a:schemeClr val="bg1"/>
                </a:solidFil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BA1CD1DB-3989-A34F-B5F7-DF66E018CF83}"/>
              </a:ext>
            </a:extLst>
          </p:cNvPr>
          <p:cNvSpPr>
            <a:spLocks noGrp="1"/>
          </p:cNvSpPr>
          <p:nvPr>
            <p:ph type="sldNum" sz="quarter" idx="12"/>
          </p:nvPr>
        </p:nvSpPr>
        <p:spPr>
          <a:solidFill>
            <a:schemeClr val="accent1"/>
          </a:solidFill>
        </p:spPr>
        <p:txBody>
          <a:bodyPr/>
          <a:lstStyle>
            <a:lvl1pPr>
              <a:defRPr>
                <a:solidFill>
                  <a:schemeClr val="bg1"/>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2010379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H="1">
            <a:off x="1321906" y="685800"/>
            <a:ext cx="10184294" cy="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4724403" y="2043904"/>
            <a:ext cx="7467597" cy="48140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rot="16200000">
            <a:off x="-1406175" y="2720396"/>
            <a:ext cx="5645423" cy="2494309"/>
          </a:xfrm>
          <a:solidFill>
            <a:schemeClr val="bg2">
              <a:lumMod val="90000"/>
            </a:schemeClr>
          </a:solidFill>
        </p:spPr>
        <p:txBody>
          <a:bodyPr vert="horz" lIns="91440" tIns="45720" rIns="91440" bIns="137160" rtlCol="0" anchor="t">
            <a:normAutofit/>
          </a:bodyPr>
          <a:lstStyle>
            <a:lvl1pPr>
              <a:defRPr lang="en-US" sz="12000" dirty="0">
                <a:solidFill>
                  <a:schemeClr val="accent2"/>
                </a:solidFill>
              </a:defRPr>
            </a:lvl1pPr>
          </a:lstStyle>
          <a:p>
            <a:pPr lvl="0"/>
            <a:r>
              <a:rPr lang="en-US" dirty="0"/>
              <a:t>Agenda</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586410" y="569843"/>
            <a:ext cx="1470992" cy="541698"/>
          </a:xfrm>
          <a:solidFill>
            <a:schemeClr val="bg2">
              <a:lumMod val="90000"/>
            </a:schemeClr>
          </a:solidFill>
        </p:spPr>
        <p:txBody>
          <a:bodyPr anchor="t"/>
          <a:lstStyle>
            <a:lvl1pPr algn="l">
              <a:defRPr sz="105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10198" y="2743202"/>
            <a:ext cx="6096001" cy="3467098"/>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413627"/>
            <a:ext cx="1256738" cy="545500"/>
          </a:xfrm>
          <a:solidFill>
            <a:schemeClr val="bg2">
              <a:lumMod val="90000"/>
            </a:schemeClr>
          </a:solidFill>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413627"/>
            <a:ext cx="429372" cy="545500"/>
          </a:xfrm>
          <a:solidFill>
            <a:schemeClr val="bg2">
              <a:lumMod val="90000"/>
            </a:schemeClr>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523634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Agenda with Pictur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1371603" y="3415504"/>
            <a:ext cx="10820397" cy="3442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V="1">
            <a:off x="11506200" y="1113182"/>
            <a:ext cx="0" cy="170401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46306" y="182880"/>
            <a:ext cx="7930892" cy="2238587"/>
          </a:xfrm>
          <a:noFill/>
        </p:spPr>
        <p:txBody>
          <a:bodyPr anchor="t">
            <a:normAutofit/>
          </a:bodyPr>
          <a:lstStyle>
            <a:lvl1pPr>
              <a:defRPr sz="12000" spc="-50" baseline="0">
                <a:solidFill>
                  <a:schemeClr val="accent2"/>
                </a:solidFill>
              </a:defRPr>
            </a:lvl1pPr>
          </a:lstStyle>
          <a:p>
            <a:r>
              <a:rPr lang="en-US" dirty="0"/>
              <a:t>Agenda</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1804946" y="3840480"/>
            <a:ext cx="6543924" cy="2536466"/>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10134611" y="612381"/>
            <a:ext cx="1484228" cy="479352"/>
          </a:xfrm>
          <a:no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33512" y="2756699"/>
            <a:ext cx="1256738" cy="423823"/>
          </a:xfrm>
          <a:solidFill>
            <a:schemeClr val="bg2">
              <a:lumMod val="90000"/>
            </a:schemeClr>
          </a:solidFill>
        </p:spPr>
        <p:txBody>
          <a:bodyPr anchor="ctr"/>
          <a:lstStyle>
            <a:lvl1pPr algn="r">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10544" y="2756699"/>
            <a:ext cx="429372" cy="423823"/>
          </a:xfrm>
          <a:solidFill>
            <a:schemeClr val="bg2">
              <a:lumMod val="90000"/>
            </a:schemeClr>
          </a:solidFill>
        </p:spPr>
        <p:txBody>
          <a:bodyPr/>
          <a:lstStyle/>
          <a:p>
            <a:fld id="{62C10C1C-6E3B-4561-AC7B-2C6D28F8D4A7}" type="slidenum">
              <a:rPr lang="en-US" smtClean="0"/>
              <a:t>‹#›</a:t>
            </a:fld>
            <a:endParaRPr lang="en-US"/>
          </a:p>
        </p:txBody>
      </p:sp>
      <p:sp>
        <p:nvSpPr>
          <p:cNvPr id="14" name="Picture Placeholder 13">
            <a:extLst>
              <a:ext uri="{FF2B5EF4-FFF2-40B4-BE49-F238E27FC236}">
                <a16:creationId xmlns:a16="http://schemas.microsoft.com/office/drawing/2014/main" id="{1DA62460-475C-38E7-135D-916B98438D09}"/>
              </a:ext>
            </a:extLst>
          </p:cNvPr>
          <p:cNvSpPr>
            <a:spLocks noGrp="1"/>
          </p:cNvSpPr>
          <p:nvPr>
            <p:ph type="pic" sz="quarter" idx="13" hasCustomPrompt="1"/>
          </p:nvPr>
        </p:nvSpPr>
        <p:spPr>
          <a:xfrm>
            <a:off x="8763000" y="3415504"/>
            <a:ext cx="3429000" cy="3442496"/>
          </a:xfrm>
          <a:blipFill>
            <a:blip r:embed="rId2">
              <a:alphaModFix amt="70000"/>
            </a:blip>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197810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371601" y="2057399"/>
            <a:ext cx="3429000" cy="1868557"/>
          </a:xfrm>
          <a:noFill/>
        </p:spPr>
        <p:txBody>
          <a:bodyPr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86400" y="2057401"/>
            <a:ext cx="4648200" cy="274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419371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31915"/>
            <a:ext cx="3968496" cy="1494845"/>
          </a:xfrm>
          <a:noFill/>
        </p:spPr>
        <p:txBody>
          <a:bodyPr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090020" y="1001865"/>
            <a:ext cx="6416180" cy="468331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7"/>
            <a:ext cx="1179576" cy="365125"/>
          </a:xfrm>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764063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3124200" cy="68580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2438400" y="0"/>
            <a:ext cx="7391400" cy="1207008"/>
          </a:xfrm>
        </p:spPr>
        <p:txBody>
          <a:bodyPr lIns="137160" tIns="137160" bIns="91440" anchor="b"/>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3733800" y="1367622"/>
            <a:ext cx="7929006" cy="44775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0" name="Straight Connector 9">
            <a:extLst>
              <a:ext uri="{FF2B5EF4-FFF2-40B4-BE49-F238E27FC236}">
                <a16:creationId xmlns:a16="http://schemas.microsoft.com/office/drawing/2014/main" id="{BB460515-4779-2CA9-5335-1F4AD158B79D}"/>
              </a:ext>
              <a:ext uri="{C183D7F6-B498-43B3-948B-1728B52AA6E4}">
                <adec:decorative xmlns:adec="http://schemas.microsoft.com/office/drawing/2017/decorative" val="1"/>
              </a:ext>
            </a:extLst>
          </p:cNvPr>
          <p:cNvCxnSpPr>
            <a:cxnSpLocks/>
          </p:cNvCxnSpPr>
          <p:nvPr/>
        </p:nvCxnSpPr>
        <p:spPr>
          <a:xfrm>
            <a:off x="3810000" y="6210300"/>
            <a:ext cx="7696200"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3657601" y="6029868"/>
            <a:ext cx="2024542" cy="365125"/>
          </a:xfrm>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2767629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5486400" cy="55626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5063318" y="0"/>
            <a:ext cx="4385481" cy="1796124"/>
          </a:xfrm>
        </p:spPr>
        <p:txBody>
          <a:bodyPr lIns="137160"/>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5056" y="1965281"/>
            <a:ext cx="4859992" cy="3732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2521571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99475"/>
            <a:ext cx="3625442" cy="1474692"/>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2124222"/>
            <a:ext cx="3567404" cy="34887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4800601" y="0"/>
            <a:ext cx="7391400" cy="55626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3074884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30047"/>
            <a:ext cx="4939005" cy="1166270"/>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1746792"/>
            <a:ext cx="5776896" cy="3969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7391400" y="0"/>
            <a:ext cx="4800600" cy="55626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9371803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7848600" cy="68580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7450456" y="0"/>
            <a:ext cx="4142830" cy="1978681"/>
          </a:xfrm>
        </p:spPr>
        <p:txBody>
          <a:bodyPr lIns="137160"/>
          <a:lstStyle>
            <a:lvl1pPr>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8442196" y="2112973"/>
            <a:ext cx="3151090" cy="36782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8439912" y="6029868"/>
            <a:ext cx="1911096" cy="365125"/>
          </a:xfrm>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351008" y="6029868"/>
            <a:ext cx="890077" cy="365125"/>
          </a:xfrm>
          <a:noFill/>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3039158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EEB1BA68-9980-8CBB-7BAF-A1D760EB21EC}"/>
              </a:ext>
            </a:extLst>
          </p:cNvPr>
          <p:cNvSpPr>
            <a:spLocks noGrp="1"/>
          </p:cNvSpPr>
          <p:nvPr>
            <p:ph type="pic" sz="quarter" idx="13" hasCustomPrompt="1"/>
          </p:nvPr>
        </p:nvSpPr>
        <p:spPr>
          <a:xfrm>
            <a:off x="0" y="1"/>
            <a:ext cx="12192000" cy="6858000"/>
          </a:xfrm>
          <a:custGeom>
            <a:avLst/>
            <a:gdLst>
              <a:gd name="connsiteX0" fmla="*/ 480060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5562599 h 6858000"/>
              <a:gd name="connsiteX5" fmla="*/ 4800600 w 12192000"/>
              <a:gd name="connsiteY5" fmla="*/ 55625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0">
                <a:moveTo>
                  <a:pt x="4800600" y="0"/>
                </a:moveTo>
                <a:lnTo>
                  <a:pt x="12192000" y="0"/>
                </a:lnTo>
                <a:lnTo>
                  <a:pt x="12192000" y="6858000"/>
                </a:lnTo>
                <a:lnTo>
                  <a:pt x="0" y="6858000"/>
                </a:lnTo>
                <a:lnTo>
                  <a:pt x="0" y="5562599"/>
                </a:lnTo>
                <a:lnTo>
                  <a:pt x="4800600" y="5562599"/>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01376"/>
            <a:ext cx="3601122" cy="1362458"/>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504" y="2496848"/>
            <a:ext cx="3601122" cy="230375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3504" y="503237"/>
            <a:ext cx="1907799" cy="365125"/>
          </a:xfrm>
          <a:noFill/>
        </p:spPr>
        <p:txBody>
          <a:bodyP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603504" y="4800600"/>
            <a:ext cx="1256738" cy="365125"/>
          </a:xfrm>
          <a:noFill/>
        </p:spPr>
        <p:txBody>
          <a:bodyPr/>
          <a:lstStyle>
            <a:lvl1pPr algn="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3947641" y="4800600"/>
            <a:ext cx="429372" cy="365125"/>
          </a:xfrm>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2345283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673955"/>
            <a:ext cx="3154680" cy="1287913"/>
          </a:xfrm>
          <a:noFill/>
        </p:spPr>
        <p:txBody>
          <a:bodyPr anchor="t"/>
          <a:lstStyle>
            <a:lvl1pPr>
              <a:defRPr/>
            </a:lvl1pPr>
          </a:lstStyle>
          <a:p>
            <a:r>
              <a:rPr lang="en-US" dirty="0"/>
              <a:t>Click to Edit Master Title style</a:t>
            </a:r>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0" y="0"/>
            <a:ext cx="12191999" cy="4114800"/>
          </a:xfrm>
          <a:blipFill>
            <a:blip r:embed="rId2">
              <a:alphaModFix amt="7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4114800" y="4647060"/>
            <a:ext cx="7552114" cy="1382807"/>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noFill/>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7542" y="6029868"/>
            <a:ext cx="429372" cy="365125"/>
          </a:xfrm>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42282482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3505" y="337062"/>
            <a:ext cx="6787898" cy="845931"/>
          </a:xfrm>
        </p:spPr>
        <p:txBody>
          <a:bodyPr tIns="91440" bIns="91440"/>
          <a:lstStyle>
            <a:lvl1pPr>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05468" y="637706"/>
            <a:ext cx="1907799" cy="365125"/>
          </a:xfrm>
        </p:spPr>
        <p:txBody>
          <a:bodyPr anchor="t"/>
          <a:lstStyle>
            <a:lvl1pPr algn="r">
              <a:defRPr/>
            </a:lvl1pPr>
          </a:lstStyle>
          <a:p>
            <a:endParaRPr lang="en-US"/>
          </a:p>
        </p:txBody>
      </p:sp>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371600"/>
            <a:ext cx="7391402" cy="5486400"/>
          </a:xfrm>
          <a:blipFill>
            <a:blip r:embed="rId2">
              <a:alphaModFix amt="7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7966163" y="1266737"/>
            <a:ext cx="2894795" cy="47631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cxnSp>
        <p:nvCxnSpPr>
          <p:cNvPr id="12" name="Straight Connector 11">
            <a:extLst>
              <a:ext uri="{FF2B5EF4-FFF2-40B4-BE49-F238E27FC236}">
                <a16:creationId xmlns:a16="http://schemas.microsoft.com/office/drawing/2014/main" id="{DF397562-DA4B-EE6B-8F6C-1CE4F33EBED1}"/>
              </a:ext>
              <a:ext uri="{C183D7F6-B498-43B3-948B-1728B52AA6E4}">
                <adec:decorative xmlns:adec="http://schemas.microsoft.com/office/drawing/2017/decorative" val="1"/>
              </a:ext>
            </a:extLst>
          </p:cNvPr>
          <p:cNvCxnSpPr>
            <a:cxnSpLocks/>
          </p:cNvCxnSpPr>
          <p:nvPr/>
        </p:nvCxnSpPr>
        <p:spPr>
          <a:xfrm>
            <a:off x="11502704" y="1028700"/>
            <a:ext cx="0" cy="480060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815717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
            <a:ext cx="4800600" cy="4822372"/>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002085" y="4374100"/>
            <a:ext cx="3897905" cy="1380814"/>
          </a:xfrm>
        </p:spPr>
        <p:txBody>
          <a:bodyPr lIns="137160" tIns="137160"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389516" y="685800"/>
            <a:ext cx="5430884" cy="5204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2974" y="6029867"/>
            <a:ext cx="1911096" cy="365126"/>
          </a:xfrm>
          <a:solidFill>
            <a:schemeClr val="bg1"/>
          </a:solidFill>
        </p:spPr>
        <p:txBody>
          <a:bodyPr anchor="ct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solidFill>
            <a:schemeClr val="bg1"/>
          </a:solidFill>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8752316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Number Larg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24EAB6-808C-672B-68A5-49764748CDD8}"/>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4800599" y="5149121"/>
            <a:ext cx="6861107" cy="842527"/>
          </a:xfrm>
          <a:noFill/>
        </p:spPr>
        <p:txBody>
          <a:bodyPr anchor="t"/>
          <a:lstStyle>
            <a:lvl1pPr algn="r">
              <a:defRPr b="0" cap="all" baseline="0">
                <a:solidFill>
                  <a:schemeClr val="accent1"/>
                </a:solidFill>
                <a:effectLst/>
                <a:latin typeface="+mj-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434196" y="120765"/>
            <a:ext cx="10723000" cy="4260404"/>
          </a:xfrm>
        </p:spPr>
        <p:txBody>
          <a:bodyPr lIns="0" tIns="0" rIns="0" bIns="0" anchor="b">
            <a:normAutofit/>
          </a:bodyPr>
          <a:lstStyle>
            <a:lvl1pPr marL="0" indent="0">
              <a:buNone/>
              <a:defRPr sz="28000" spc="-200" baseline="0">
                <a:solidFill>
                  <a:schemeClr val="accent3"/>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6029867"/>
            <a:ext cx="2137769" cy="365125"/>
          </a:xfrm>
          <a:noFill/>
        </p:spPr>
        <p:txBody>
          <a:bodyPr/>
          <a:lstStyle>
            <a:lvl1pPr>
              <a:defRPr b="0">
                <a:solidFill>
                  <a:schemeClr val="tx2"/>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noFill/>
        </p:spPr>
        <p:txBody>
          <a:bodyPr/>
          <a:lstStyle>
            <a:lvl1pPr>
              <a:defRPr>
                <a:solidFill>
                  <a:schemeClr val="tx2"/>
                </a:solidFil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lvl1pPr>
              <a:defRPr>
                <a:solidFill>
                  <a:schemeClr val="tx2"/>
                </a:solidFill>
              </a:defRPr>
            </a:lvl1pPr>
          </a:lstStyle>
          <a:p>
            <a:fld id="{62C10C1C-6E3B-4561-AC7B-2C6D28F8D4A7}" type="slidenum">
              <a:rPr lang="en-US" smtClean="0"/>
              <a:t>‹#›</a:t>
            </a:fld>
            <a:endParaRPr lang="en-US"/>
          </a:p>
        </p:txBody>
      </p:sp>
      <p:cxnSp>
        <p:nvCxnSpPr>
          <p:cNvPr id="9" name="Straight Connector 8">
            <a:extLst>
              <a:ext uri="{FF2B5EF4-FFF2-40B4-BE49-F238E27FC236}">
                <a16:creationId xmlns:a16="http://schemas.microsoft.com/office/drawing/2014/main" id="{838393CD-94B6-EC8A-E14F-A09689A25C51}"/>
              </a:ext>
              <a:ext uri="{C183D7F6-B498-43B3-948B-1728B52AA6E4}">
                <adec:decorative xmlns:adec="http://schemas.microsoft.com/office/drawing/2017/decorative" val="1"/>
              </a:ext>
            </a:extLst>
          </p:cNvPr>
          <p:cNvCxnSpPr>
            <a:cxnSpLocks/>
          </p:cNvCxnSpPr>
          <p:nvPr/>
        </p:nvCxnSpPr>
        <p:spPr>
          <a:xfrm>
            <a:off x="11503594" y="675861"/>
            <a:ext cx="0" cy="4184295"/>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89669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obj" preserve="1">
  <p:cSld name="Statem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65FCAFD-B73A-5597-B603-55FD5D3AAC1E}"/>
              </a:ext>
              <a:ext uri="{C183D7F6-B498-43B3-948B-1728B52AA6E4}">
                <adec:decorative xmlns:adec="http://schemas.microsoft.com/office/drawing/2017/decorative" val="1"/>
              </a:ext>
            </a:extLst>
          </p:cNvPr>
          <p:cNvSpPr/>
          <p:nvPr/>
        </p:nvSpPr>
        <p:spPr>
          <a:xfrm>
            <a:off x="1" y="0"/>
            <a:ext cx="12192000" cy="6858000"/>
          </a:xfrm>
          <a:prstGeom prst="rect">
            <a:avLst/>
          </a:prstGeom>
          <a:solidFill>
            <a:schemeClr val="accent2">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5431" y="-785191"/>
            <a:ext cx="10981137" cy="640080"/>
          </a:xfrm>
          <a:noFill/>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337930" y="1649896"/>
            <a:ext cx="10169921" cy="4949687"/>
          </a:xfrm>
        </p:spPr>
        <p:txBody>
          <a:bodyPr anchor="b">
            <a:normAutofit/>
          </a:bodyPr>
          <a:lstStyle>
            <a:lvl1pPr marL="0" indent="0">
              <a:lnSpc>
                <a:spcPct val="80000"/>
              </a:lnSpc>
              <a:spcBef>
                <a:spcPts val="0"/>
              </a:spcBef>
              <a:buNone/>
              <a:defRPr sz="7200" cap="all" spc="-100" baseline="0">
                <a:solidFill>
                  <a:schemeClr val="accent1"/>
                </a:solidFill>
                <a:latin typeface="+mj-lt"/>
              </a:defRPr>
            </a:lvl1pPr>
            <a:lvl2pPr marL="457200" indent="0">
              <a:lnSpc>
                <a:spcPct val="80000"/>
              </a:lnSpc>
              <a:buNone/>
              <a:defRPr sz="7200" cap="all" baseline="0">
                <a:solidFill>
                  <a:schemeClr val="bg1"/>
                </a:solidFill>
                <a:latin typeface="+mj-lt"/>
              </a:defRPr>
            </a:lvl2pPr>
            <a:lvl3pPr marL="914400" indent="0">
              <a:lnSpc>
                <a:spcPct val="80000"/>
              </a:lnSpc>
              <a:buNone/>
              <a:defRPr sz="7200" cap="all" baseline="0">
                <a:solidFill>
                  <a:schemeClr val="bg1"/>
                </a:solidFill>
                <a:latin typeface="+mj-lt"/>
              </a:defRPr>
            </a:lvl3pPr>
            <a:lvl4pPr marL="1371600" indent="0">
              <a:lnSpc>
                <a:spcPct val="80000"/>
              </a:lnSpc>
              <a:buNone/>
              <a:defRPr sz="6600" cap="all" baseline="0">
                <a:solidFill>
                  <a:schemeClr val="bg1"/>
                </a:solidFill>
                <a:latin typeface="+mj-lt"/>
              </a:defRPr>
            </a:lvl4pPr>
            <a:lvl5pPr marL="1828800" indent="0">
              <a:lnSpc>
                <a:spcPct val="80000"/>
              </a:lnSpc>
              <a:buNone/>
              <a:defRPr sz="6600" cap="all" baseline="0">
                <a:solidFill>
                  <a:schemeClr val="bg1"/>
                </a:solidFill>
                <a:latin typeface="+mj-lt"/>
              </a:defRPr>
            </a:lvl5pPr>
          </a:lstStyle>
          <a:p>
            <a:pPr lvl="0"/>
            <a:r>
              <a:rPr lang="en-US" dirty="0"/>
              <a:t>Click to edit statement</a:t>
            </a:r>
          </a:p>
        </p:txBody>
      </p:sp>
      <p:cxnSp>
        <p:nvCxnSpPr>
          <p:cNvPr id="9" name="Straight Connector 8">
            <a:extLst>
              <a:ext uri="{FF2B5EF4-FFF2-40B4-BE49-F238E27FC236}">
                <a16:creationId xmlns:a16="http://schemas.microsoft.com/office/drawing/2014/main" id="{E9C1887E-643E-BB68-F557-E1EAB0A0A644}"/>
              </a:ext>
              <a:ext uri="{C183D7F6-B498-43B3-948B-1728B52AA6E4}">
                <adec:decorative xmlns:adec="http://schemas.microsoft.com/office/drawing/2017/decorative" val="1"/>
              </a:ext>
            </a:extLst>
          </p:cNvPr>
          <p:cNvCxnSpPr>
            <a:cxnSpLocks/>
          </p:cNvCxnSpPr>
          <p:nvPr/>
        </p:nvCxnSpPr>
        <p:spPr>
          <a:xfrm flipH="1">
            <a:off x="926297" y="685800"/>
            <a:ext cx="10326757" cy="0"/>
          </a:xfrm>
          <a:prstGeom prst="line">
            <a:avLst/>
          </a:prstGeom>
          <a:ln w="12700">
            <a:solidFill>
              <a:schemeClr val="bg1">
                <a:alpha val="47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501227"/>
            <a:ext cx="1907799" cy="365125"/>
          </a:xfrm>
          <a:solidFill>
            <a:schemeClr val="accent2">
              <a:lumMod val="60000"/>
              <a:lumOff val="40000"/>
            </a:schemeClr>
          </a:solidFill>
        </p:spPr>
        <p:txBody>
          <a:bodyPr/>
          <a:lstStyle>
            <a:lvl1pPr>
              <a:defRPr b="0" spc="0">
                <a:solidFill>
                  <a:schemeClr val="bg1"/>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501227"/>
            <a:ext cx="1256738" cy="365125"/>
          </a:xfrm>
          <a:solidFill>
            <a:schemeClr val="accent2">
              <a:lumMod val="60000"/>
              <a:lumOff val="40000"/>
            </a:schemeClr>
          </a:solidFill>
        </p:spPr>
        <p:txBody>
          <a:bodyPr/>
          <a:lstStyle>
            <a:lvl1pPr>
              <a:defRPr>
                <a:solidFill>
                  <a:schemeClr val="bg1"/>
                </a:solidFil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501227"/>
            <a:ext cx="429372" cy="365125"/>
          </a:xfrm>
          <a:solidFill>
            <a:schemeClr val="accent2">
              <a:lumMod val="60000"/>
              <a:lumOff val="40000"/>
            </a:schemeClr>
          </a:solidFill>
        </p:spPr>
        <p:txBody>
          <a:bodyPr/>
          <a:lstStyle>
            <a:lvl1pPr>
              <a:defRPr>
                <a:solidFill>
                  <a:schemeClr val="bg1"/>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159004020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052C017-FC5C-A7A2-BA15-6C113717C33C}"/>
              </a:ext>
              <a:ext uri="{C183D7F6-B498-43B3-948B-1728B52AA6E4}">
                <adec:decorative xmlns:adec="http://schemas.microsoft.com/office/drawing/2017/decorative" val="1"/>
              </a:ext>
            </a:extLst>
          </p:cNvPr>
          <p:cNvSpPr/>
          <p:nvPr/>
        </p:nvSpPr>
        <p:spPr>
          <a:xfrm>
            <a:off x="0" y="0"/>
            <a:ext cx="12191999" cy="6858001"/>
          </a:xfrm>
          <a:prstGeom prst="rect">
            <a:avLst/>
          </a:prstGeom>
          <a:solidFill>
            <a:schemeClr val="accent3">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358D5F78-0179-D9C3-74D3-62CE152FFECE}"/>
              </a:ext>
              <a:ext uri="{C183D7F6-B498-43B3-948B-1728B52AA6E4}">
                <adec:decorative xmlns:adec="http://schemas.microsoft.com/office/drawing/2017/decorative" val="1"/>
              </a:ext>
            </a:extLst>
          </p:cNvPr>
          <p:cNvSpPr/>
          <p:nvPr/>
        </p:nvSpPr>
        <p:spPr>
          <a:xfrm>
            <a:off x="1" y="2"/>
            <a:ext cx="8763000" cy="5038338"/>
          </a:xfrm>
          <a:prstGeom prst="rect">
            <a:avLst/>
          </a:prstGeom>
          <a:solidFill>
            <a:schemeClr val="accent3">
              <a:lumMod val="40000"/>
              <a:lumOff val="6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ABB386FE-4A21-B72A-BB2B-D4FDFDC3ECA5}"/>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accent5">
                <a:alpha val="45000"/>
              </a:schemeClr>
            </a:solidFill>
          </a:ln>
        </p:spPr>
        <p:style>
          <a:lnRef idx="1">
            <a:schemeClr val="accent1"/>
          </a:lnRef>
          <a:fillRef idx="0">
            <a:schemeClr val="accent1"/>
          </a:fillRef>
          <a:effectRef idx="0">
            <a:schemeClr val="accent1"/>
          </a:effectRef>
          <a:fontRef idx="minor">
            <a:schemeClr val="tx1"/>
          </a:fontRef>
        </p:style>
      </p:cxnSp>
      <p:sp>
        <p:nvSpPr>
          <p:cNvPr id="7" name="Title 6">
            <a:extLst>
              <a:ext uri="{FF2B5EF4-FFF2-40B4-BE49-F238E27FC236}">
                <a16:creationId xmlns:a16="http://schemas.microsoft.com/office/drawing/2014/main" id="{D4813FB1-9165-4DD7-C4C2-EAFC20602DB8}"/>
              </a:ext>
            </a:extLst>
          </p:cNvPr>
          <p:cNvSpPr>
            <a:spLocks noGrp="1"/>
          </p:cNvSpPr>
          <p:nvPr>
            <p:ph type="title" hasCustomPrompt="1"/>
          </p:nvPr>
        </p:nvSpPr>
        <p:spPr>
          <a:xfrm>
            <a:off x="4114800" y="5410203"/>
            <a:ext cx="7543800" cy="372746"/>
          </a:xfrm>
          <a:noFill/>
        </p:spPr>
        <p:txBody>
          <a:bodyPr tIns="91440" bIns="91440" anchor="ctr">
            <a:normAutofit/>
          </a:bodyPr>
          <a:lstStyle>
            <a:lvl1pPr algn="r">
              <a:defRPr sz="2000">
                <a:solidFill>
                  <a:schemeClr val="accent1"/>
                </a:solidFill>
              </a:defRPr>
            </a:lvl1pPr>
          </a:lstStyle>
          <a:p>
            <a:r>
              <a:rPr lang="en-US" dirty="0"/>
              <a:t>Quote Author</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603504" y="725556"/>
            <a:ext cx="8845296" cy="3656168"/>
          </a:xfrm>
        </p:spPr>
        <p:txBody>
          <a:bodyPr>
            <a:normAutofit/>
          </a:bodyPr>
          <a:lstStyle>
            <a:lvl1pPr marL="228600" indent="-228600">
              <a:lnSpc>
                <a:spcPct val="85000"/>
              </a:lnSpc>
              <a:spcBef>
                <a:spcPts val="0"/>
              </a:spcBef>
              <a:buNone/>
              <a:defRPr sz="5800" b="0" cap="all" spc="0" baseline="0">
                <a:solidFill>
                  <a:schemeClr val="accent5"/>
                </a:solidFill>
                <a:latin typeface="+mj-lt"/>
              </a:defRPr>
            </a:lvl1pPr>
          </a:lstStyle>
          <a:p>
            <a:pPr lvl="0"/>
            <a:r>
              <a:rPr lang="en-US" dirty="0"/>
              <a:t>Click to edit quote</a:t>
            </a:r>
          </a:p>
        </p:txBody>
      </p:sp>
      <p:sp>
        <p:nvSpPr>
          <p:cNvPr id="10" name="Footer Placeholder 9">
            <a:extLst>
              <a:ext uri="{FF2B5EF4-FFF2-40B4-BE49-F238E27FC236}">
                <a16:creationId xmlns:a16="http://schemas.microsoft.com/office/drawing/2014/main" id="{94F49A81-8721-B846-5567-52769C04D66C}"/>
              </a:ext>
            </a:extLst>
          </p:cNvPr>
          <p:cNvSpPr>
            <a:spLocks noGrp="1"/>
          </p:cNvSpPr>
          <p:nvPr>
            <p:ph type="ftr" sz="quarter" idx="11"/>
          </p:nvPr>
        </p:nvSpPr>
        <p:spPr>
          <a:xfrm>
            <a:off x="605430" y="6029868"/>
            <a:ext cx="1911096" cy="365125"/>
          </a:xfrm>
          <a:solidFill>
            <a:schemeClr val="accent3">
              <a:lumMod val="60000"/>
              <a:lumOff val="40000"/>
            </a:schemeClr>
          </a:solidFill>
        </p:spPr>
        <p:txBody>
          <a:bodyPr/>
          <a:lstStyle>
            <a:lvl1pPr>
              <a:defRPr b="0">
                <a:solidFill>
                  <a:schemeClr val="accent5"/>
                </a:solidFill>
                <a:latin typeface="+mn-lt"/>
              </a:defRPr>
            </a:lvl1pPr>
          </a:lstStyle>
          <a:p>
            <a:endParaRPr lang="en-US"/>
          </a:p>
        </p:txBody>
      </p:sp>
      <p:sp>
        <p:nvSpPr>
          <p:cNvPr id="9" name="Date Placeholder 8">
            <a:extLst>
              <a:ext uri="{FF2B5EF4-FFF2-40B4-BE49-F238E27FC236}">
                <a16:creationId xmlns:a16="http://schemas.microsoft.com/office/drawing/2014/main" id="{FB3E54B7-FFB1-7BFC-0189-A17360728C52}"/>
              </a:ext>
            </a:extLst>
          </p:cNvPr>
          <p:cNvSpPr>
            <a:spLocks noGrp="1"/>
          </p:cNvSpPr>
          <p:nvPr>
            <p:ph type="dt" sz="half" idx="10"/>
          </p:nvPr>
        </p:nvSpPr>
        <p:spPr>
          <a:xfrm>
            <a:off x="9802368" y="6029868"/>
            <a:ext cx="1435608" cy="365125"/>
          </a:xfrm>
          <a:solidFill>
            <a:schemeClr val="accent3">
              <a:lumMod val="60000"/>
              <a:lumOff val="40000"/>
            </a:schemeClr>
          </a:solidFill>
        </p:spPr>
        <p:txBody>
          <a:bodyPr/>
          <a:lstStyle>
            <a:lvl1pPr>
              <a:defRPr b="0">
                <a:solidFill>
                  <a:schemeClr val="accent5"/>
                </a:solidFill>
                <a:latin typeface="+mn-lt"/>
              </a:defRPr>
            </a:lvl1pPr>
          </a:lstStyle>
          <a:p>
            <a:fld id="{D4F53BF9-51A7-479A-9F82-F12307D0B401}" type="datetimeFigureOut">
              <a:rPr lang="en-US" smtClean="0"/>
              <a:t>10/28/2026</a:t>
            </a:fld>
            <a:endParaRPr lang="en-US"/>
          </a:p>
        </p:txBody>
      </p:sp>
      <p:sp>
        <p:nvSpPr>
          <p:cNvPr id="11" name="Slide Number Placeholder 10">
            <a:extLst>
              <a:ext uri="{FF2B5EF4-FFF2-40B4-BE49-F238E27FC236}">
                <a16:creationId xmlns:a16="http://schemas.microsoft.com/office/drawing/2014/main" id="{D1DF2706-0EDF-0D3B-C01B-613E7D1BB6CC}"/>
              </a:ext>
            </a:extLst>
          </p:cNvPr>
          <p:cNvSpPr>
            <a:spLocks noGrp="1"/>
          </p:cNvSpPr>
          <p:nvPr>
            <p:ph type="sldNum" sz="quarter" idx="12"/>
          </p:nvPr>
        </p:nvSpPr>
        <p:spPr>
          <a:solidFill>
            <a:schemeClr val="accent3">
              <a:lumMod val="60000"/>
              <a:lumOff val="40000"/>
            </a:schemeClr>
          </a:solidFill>
        </p:spPr>
        <p:txBody>
          <a:bodyPr/>
          <a:lstStyle>
            <a:lvl1pPr>
              <a:defRPr b="0">
                <a:solidFill>
                  <a:schemeClr val="accent5"/>
                </a:solidFill>
                <a:latin typeface="+mn-lt"/>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38616643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50773-1259-8F51-3561-DF3A80B264DE}"/>
              </a:ext>
            </a:extLst>
          </p:cNvPr>
          <p:cNvSpPr>
            <a:spLocks noGrp="1"/>
          </p:cNvSpPr>
          <p:nvPr>
            <p:ph type="title"/>
          </p:nvPr>
        </p:nvSpPr>
        <p:spPr>
          <a:xfrm>
            <a:off x="603504" y="521185"/>
            <a:ext cx="10902696" cy="1070849"/>
          </a:xfrm>
          <a:noFill/>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F9C966CF-BE4B-28C8-6D17-E087E97C0E98}"/>
              </a:ext>
            </a:extLst>
          </p:cNvPr>
          <p:cNvSpPr>
            <a:spLocks noGrp="1"/>
          </p:cNvSpPr>
          <p:nvPr>
            <p:ph sz="half" idx="1"/>
          </p:nvPr>
        </p:nvSpPr>
        <p:spPr>
          <a:xfrm>
            <a:off x="605431"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1559437-5037-4EE7-88FA-80C5AA0870F2}"/>
              </a:ext>
            </a:extLst>
          </p:cNvPr>
          <p:cNvSpPr>
            <a:spLocks noGrp="1"/>
          </p:cNvSpPr>
          <p:nvPr>
            <p:ph sz="half" idx="2"/>
          </p:nvPr>
        </p:nvSpPr>
        <p:spPr>
          <a:xfrm>
            <a:off x="6324600"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68326746-DF44-9DEF-8471-A5E1F6CCC502}"/>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15850B58-64D5-F359-1AC8-3D57AA87BFBD}"/>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7" name="Slide Number Placeholder 6">
            <a:extLst>
              <a:ext uri="{FF2B5EF4-FFF2-40B4-BE49-F238E27FC236}">
                <a16:creationId xmlns:a16="http://schemas.microsoft.com/office/drawing/2014/main" id="{9F6A22FA-48E7-5BF5-6432-6C7A54D7E031}"/>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9626978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D8D87-72DE-A210-5C2D-570A1B01D41E}"/>
              </a:ext>
            </a:extLst>
          </p:cNvPr>
          <p:cNvSpPr>
            <a:spLocks noGrp="1"/>
          </p:cNvSpPr>
          <p:nvPr>
            <p:ph type="title"/>
          </p:nvPr>
        </p:nvSpPr>
        <p:spPr>
          <a:xfrm>
            <a:off x="603504" y="521206"/>
            <a:ext cx="10899648" cy="1069848"/>
          </a:xfrm>
          <a:noFill/>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73932A9-21A4-5A57-9D72-8C46993E6B11}"/>
              </a:ext>
            </a:extLst>
          </p:cNvPr>
          <p:cNvSpPr>
            <a:spLocks noGrp="1"/>
          </p:cNvSpPr>
          <p:nvPr>
            <p:ph type="body" idx="1"/>
          </p:nvPr>
        </p:nvSpPr>
        <p:spPr>
          <a:xfrm>
            <a:off x="605431" y="1631076"/>
            <a:ext cx="5157787" cy="709394"/>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83D4B4-A366-E12D-19BB-C17B71466184}"/>
              </a:ext>
            </a:extLst>
          </p:cNvPr>
          <p:cNvSpPr>
            <a:spLocks noGrp="1"/>
          </p:cNvSpPr>
          <p:nvPr>
            <p:ph sz="half" idx="2"/>
          </p:nvPr>
        </p:nvSpPr>
        <p:spPr>
          <a:xfrm>
            <a:off x="605431" y="2372146"/>
            <a:ext cx="5157787" cy="34952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BC06DAAF-1A05-D83C-70C1-CEADA4EB7389}"/>
              </a:ext>
            </a:extLst>
          </p:cNvPr>
          <p:cNvSpPr>
            <a:spLocks noGrp="1"/>
          </p:cNvSpPr>
          <p:nvPr>
            <p:ph type="body" sz="quarter" idx="3"/>
          </p:nvPr>
        </p:nvSpPr>
        <p:spPr>
          <a:xfrm>
            <a:off x="6324600" y="1631076"/>
            <a:ext cx="5183188" cy="709393"/>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FE7B13-3453-6313-B416-E9FF9DA2E010}"/>
              </a:ext>
            </a:extLst>
          </p:cNvPr>
          <p:cNvSpPr>
            <a:spLocks noGrp="1"/>
          </p:cNvSpPr>
          <p:nvPr>
            <p:ph sz="quarter" idx="4"/>
          </p:nvPr>
        </p:nvSpPr>
        <p:spPr>
          <a:xfrm>
            <a:off x="6324600" y="2372146"/>
            <a:ext cx="5183188" cy="34952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3061BE2D-E1A3-1A5C-AE37-9DC52A9717B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71D5902D-DF04-F2A8-C2F8-EBDD2A897D21}"/>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9" name="Slide Number Placeholder 8">
            <a:extLst>
              <a:ext uri="{FF2B5EF4-FFF2-40B4-BE49-F238E27FC236}">
                <a16:creationId xmlns:a16="http://schemas.microsoft.com/office/drawing/2014/main" id="{DA4FDDA8-940A-B407-4EB2-85DC9BEDB476}"/>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98331836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151FC-CD6F-656F-54A8-59B782BEFB30}"/>
              </a:ext>
            </a:extLst>
          </p:cNvPr>
          <p:cNvSpPr>
            <a:spLocks noGrp="1"/>
          </p:cNvSpPr>
          <p:nvPr>
            <p:ph type="title"/>
          </p:nvPr>
        </p:nvSpPr>
        <p:spPr>
          <a:xfrm>
            <a:off x="603504" y="265176"/>
            <a:ext cx="11028923" cy="1325880"/>
          </a:xfrm>
          <a:noFill/>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07D307A-FF1F-38A3-7DE5-F11DC31CA5B8}"/>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1E4C539B-20CB-8D83-0ECC-5F682BD06D6F}"/>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5" name="Slide Number Placeholder 4">
            <a:extLst>
              <a:ext uri="{FF2B5EF4-FFF2-40B4-BE49-F238E27FC236}">
                <a16:creationId xmlns:a16="http://schemas.microsoft.com/office/drawing/2014/main" id="{466EB674-912E-381A-49CE-08E49DFF46A7}"/>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13047422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FA0B77-3CB1-4071-30F6-B0766D75C10A}"/>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B4A81A7-FC7B-1689-D59F-4173A1763CB9}"/>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4" name="Slide Number Placeholder 3">
            <a:extLst>
              <a:ext uri="{FF2B5EF4-FFF2-40B4-BE49-F238E27FC236}">
                <a16:creationId xmlns:a16="http://schemas.microsoft.com/office/drawing/2014/main" id="{5D080D98-2C9A-3434-E8A3-DA6CCD2F5EFE}"/>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71644608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F22766A-BE9C-B780-CC66-44ECFC5C0A47}"/>
              </a:ext>
              <a:ext uri="{C183D7F6-B498-43B3-948B-1728B52AA6E4}">
                <adec:decorative xmlns:adec="http://schemas.microsoft.com/office/drawing/2017/decorative" val="1"/>
              </a:ext>
            </a:extLst>
          </p:cNvPr>
          <p:cNvSpPr/>
          <p:nvPr/>
        </p:nvSpPr>
        <p:spPr>
          <a:xfrm>
            <a:off x="2057400" y="3084659"/>
            <a:ext cx="10133956" cy="3773341"/>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146306" y="182881"/>
            <a:ext cx="8616684" cy="1874520"/>
          </a:xfrm>
          <a:noFill/>
        </p:spPr>
        <p:txBody>
          <a:bodyPr anchor="t">
            <a:normAutofit/>
          </a:bodyPr>
          <a:lstStyle>
            <a:lvl1pPr>
              <a:defRPr sz="9600">
                <a:solidFill>
                  <a:schemeClr val="accent2"/>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53600" y="617923"/>
            <a:ext cx="1866897" cy="461881"/>
          </a:xfrm>
          <a:noFill/>
        </p:spPr>
        <p:txBody>
          <a:bodyPr anchor="t"/>
          <a:lstStyle>
            <a:lvl1pPr algn="r">
              <a:defRPr sz="90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2595846" y="3544866"/>
            <a:ext cx="8990722" cy="2446782"/>
          </a:xfrm>
        </p:spPr>
        <p:txBody>
          <a:bodyP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2595846" y="6024816"/>
            <a:ext cx="1809495" cy="365125"/>
          </a:xfrm>
          <a:solidFill>
            <a:schemeClr val="bg2"/>
          </a:solidFill>
        </p:spPr>
        <p:txBody>
          <a:bodyPr/>
          <a:lstStyle>
            <a:lvl1pPr algn="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solidFill>
            <a:schemeClr val="bg2"/>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9297870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clusion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2AC4BE-2FD3-AAF4-8A1B-0633F1BEE33B}"/>
              </a:ext>
              <a:ext uri="{C183D7F6-B498-43B3-948B-1728B52AA6E4}">
                <adec:decorative xmlns:adec="http://schemas.microsoft.com/office/drawing/2017/decorative" val="1"/>
              </a:ext>
            </a:extLst>
          </p:cNvPr>
          <p:cNvSpPr/>
          <p:nvPr/>
        </p:nvSpPr>
        <p:spPr>
          <a:xfrm>
            <a:off x="0" y="0"/>
            <a:ext cx="8436077" cy="2057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7652D305-42E1-E86E-632C-9DFD4F747E62}"/>
              </a:ext>
              <a:ext uri="{C183D7F6-B498-43B3-948B-1728B52AA6E4}">
                <adec:decorative xmlns:adec="http://schemas.microsoft.com/office/drawing/2017/decorative" val="1"/>
              </a:ext>
            </a:extLst>
          </p:cNvPr>
          <p:cNvCxnSpPr>
            <a:cxnSpLocks/>
          </p:cNvCxnSpPr>
          <p:nvPr/>
        </p:nvCxnSpPr>
        <p:spPr>
          <a:xfrm>
            <a:off x="685800" y="4564627"/>
            <a:ext cx="5068016"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373625" y="530940"/>
            <a:ext cx="7703576" cy="1308290"/>
          </a:xfrm>
          <a:noFill/>
        </p:spPr>
        <p:txBody>
          <a:bodyPr anchor="t">
            <a:normAutofit/>
          </a:bodyPr>
          <a:lstStyle>
            <a:lvl1pPr>
              <a:defRPr sz="8000">
                <a:solidFill>
                  <a:schemeClr val="accent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7005" y="3571531"/>
            <a:ext cx="5009534" cy="1987694"/>
          </a:xfrm>
        </p:spPr>
        <p:txBody>
          <a:bodyPr anchor="ct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0" y="6029867"/>
            <a:ext cx="1911096" cy="365126"/>
          </a:xfrm>
          <a:noFill/>
        </p:spPr>
        <p:txBody>
          <a:bodyPr anchor="ctr"/>
          <a:lstStyle>
            <a:lvl1pPr algn="l">
              <a:defRPr sz="900" b="1"/>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799320" y="6029867"/>
            <a:ext cx="1441766" cy="365125"/>
          </a:xfrm>
          <a:noFill/>
        </p:spPr>
        <p:txBody>
          <a:bodyPr/>
          <a:lstStyle>
            <a:lvl1pPr algn="r">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300188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5FBAF5C3-82B6-427E-5D2E-900A2D90AD99}"/>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a:extLst>
              <a:ext uri="{FF2B5EF4-FFF2-40B4-BE49-F238E27FC236}">
                <a16:creationId xmlns:a16="http://schemas.microsoft.com/office/drawing/2014/main" id="{301AA792-727F-F91C-6564-A882FAF11ED4}"/>
              </a:ext>
            </a:extLst>
          </p:cNvPr>
          <p:cNvSpPr>
            <a:spLocks noGrp="1"/>
          </p:cNvSpPr>
          <p:nvPr>
            <p:ph type="title"/>
          </p:nvPr>
        </p:nvSpPr>
        <p:spPr>
          <a:xfrm>
            <a:off x="603504" y="351270"/>
            <a:ext cx="10981137" cy="1239720"/>
          </a:xfrm>
          <a:prstGeom prst="rect">
            <a:avLst/>
          </a:prstGeom>
          <a:solidFill>
            <a:schemeClr val="bg1"/>
          </a:solidFill>
        </p:spPr>
        <p:txBody>
          <a:bodyPr vert="horz" lIns="91440" tIns="45720" rIns="91440" bIns="13716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390A246-77A4-EC4C-28B8-90388BB8E78F}"/>
              </a:ext>
            </a:extLst>
          </p:cNvPr>
          <p:cNvSpPr>
            <a:spLocks noGrp="1"/>
          </p:cNvSpPr>
          <p:nvPr>
            <p:ph type="body" idx="1"/>
          </p:nvPr>
        </p:nvSpPr>
        <p:spPr>
          <a:xfrm>
            <a:off x="605431" y="1745956"/>
            <a:ext cx="10981137" cy="39834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3EF6714-5B6F-439F-4173-D51823712315}"/>
              </a:ext>
            </a:extLst>
          </p:cNvPr>
          <p:cNvSpPr>
            <a:spLocks noGrp="1"/>
          </p:cNvSpPr>
          <p:nvPr>
            <p:ph type="ftr" sz="quarter" idx="3"/>
          </p:nvPr>
        </p:nvSpPr>
        <p:spPr>
          <a:xfrm>
            <a:off x="605430" y="6029868"/>
            <a:ext cx="1911096" cy="365125"/>
          </a:xfrm>
          <a:prstGeom prst="rect">
            <a:avLst/>
          </a:prstGeom>
          <a:solidFill>
            <a:schemeClr val="bg1"/>
          </a:solidFill>
        </p:spPr>
        <p:txBody>
          <a:bodyPr vert="horz" lIns="91440" tIns="45720" rIns="91440" bIns="45720" rtlCol="0" anchor="ctr"/>
          <a:lstStyle>
            <a:lvl1pPr algn="l">
              <a:defRPr sz="900" b="1" cap="all" spc="60" baseline="0">
                <a:solidFill>
                  <a:schemeClr val="tx2"/>
                </a:solidFill>
              </a:defRPr>
            </a:lvl1pPr>
          </a:lstStyle>
          <a:p>
            <a:endParaRPr lang="en-US"/>
          </a:p>
        </p:txBody>
      </p:sp>
      <p:sp>
        <p:nvSpPr>
          <p:cNvPr id="4" name="Date Placeholder 3">
            <a:extLst>
              <a:ext uri="{FF2B5EF4-FFF2-40B4-BE49-F238E27FC236}">
                <a16:creationId xmlns:a16="http://schemas.microsoft.com/office/drawing/2014/main" id="{BF9842E6-B4ED-431B-B1A0-22352BA620AE}"/>
              </a:ext>
            </a:extLst>
          </p:cNvPr>
          <p:cNvSpPr>
            <a:spLocks noGrp="1"/>
          </p:cNvSpPr>
          <p:nvPr>
            <p:ph type="dt" sz="half" idx="2"/>
          </p:nvPr>
        </p:nvSpPr>
        <p:spPr>
          <a:xfrm>
            <a:off x="10058400" y="6029868"/>
            <a:ext cx="1182686"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156743A1-0EE5-84FA-44EE-3CDDB793AAC4}"/>
              </a:ext>
            </a:extLst>
          </p:cNvPr>
          <p:cNvSpPr>
            <a:spLocks noGrp="1"/>
          </p:cNvSpPr>
          <p:nvPr>
            <p:ph type="sldNum" sz="quarter" idx="4"/>
          </p:nvPr>
        </p:nvSpPr>
        <p:spPr>
          <a:xfrm>
            <a:off x="11233434" y="6029868"/>
            <a:ext cx="429372"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11458742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Lst>
  <p:txStyles>
    <p:titleStyle>
      <a:lvl1pPr marL="0" algn="l" defTabSz="914400" rtl="0" eaLnBrk="1" latinLnBrk="0" hangingPunct="1">
        <a:lnSpc>
          <a:spcPct val="100000"/>
        </a:lnSpc>
        <a:spcBef>
          <a:spcPct val="0"/>
        </a:spcBef>
        <a:spcAft>
          <a:spcPts val="0"/>
        </a:spcAft>
        <a:buNone/>
        <a:defRPr sz="2800" kern="1200" cap="all" baseline="0">
          <a:solidFill>
            <a:schemeClr val="accent5"/>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864">
          <p15:clr>
            <a:srgbClr val="F26B43"/>
          </p15:clr>
        </p15:guide>
        <p15:guide id="3" pos="432">
          <p15:clr>
            <a:srgbClr val="F26B43"/>
          </p15:clr>
        </p15:guide>
        <p15:guide id="4" orient="horz" pos="3912">
          <p15:clr>
            <a:srgbClr val="F26B43"/>
          </p15:clr>
        </p15:guide>
        <p15:guide id="5" orient="horz" pos="3504">
          <p15:clr>
            <a:srgbClr val="F26B43"/>
          </p15:clr>
        </p15:guide>
        <p15:guide id="6" orient="horz" pos="3024">
          <p15:clr>
            <a:srgbClr val="F26B43"/>
          </p15:clr>
        </p15:guide>
        <p15:guide id="7" orient="horz" pos="2592">
          <p15:clr>
            <a:srgbClr val="F26B43"/>
          </p15:clr>
        </p15:guide>
        <p15:guide id="8" orient="horz" pos="1728">
          <p15:clr>
            <a:srgbClr val="F26B43"/>
          </p15:clr>
        </p15:guide>
        <p15:guide id="9" orient="horz" pos="1296">
          <p15:clr>
            <a:srgbClr val="F26B43"/>
          </p15:clr>
        </p15:guide>
        <p15:guide id="10" orient="horz" pos="864">
          <p15:clr>
            <a:srgbClr val="F26B43"/>
          </p15:clr>
        </p15:guide>
        <p15:guide id="11" orient="horz" pos="432">
          <p15:clr>
            <a:srgbClr val="F26B43"/>
          </p15:clr>
        </p15:guide>
        <p15:guide id="12" pos="1296">
          <p15:clr>
            <a:srgbClr val="F26B43"/>
          </p15:clr>
        </p15:guide>
        <p15:guide id="13" pos="1728">
          <p15:clr>
            <a:srgbClr val="F26B43"/>
          </p15:clr>
        </p15:guide>
        <p15:guide id="18" pos="2160">
          <p15:clr>
            <a:srgbClr val="F26B43"/>
          </p15:clr>
        </p15:guide>
        <p15:guide id="20" pos="5520">
          <p15:clr>
            <a:srgbClr val="F26B43"/>
          </p15:clr>
        </p15:guide>
        <p15:guide id="21" pos="5952">
          <p15:clr>
            <a:srgbClr val="F26B43"/>
          </p15:clr>
        </p15:guide>
        <p15:guide id="22" pos="6384">
          <p15:clr>
            <a:srgbClr val="F26B43"/>
          </p15:clr>
        </p15:guide>
        <p15:guide id="24" pos="6816">
          <p15:clr>
            <a:srgbClr val="F26B43"/>
          </p15:clr>
        </p15:guide>
        <p15:guide id="25" pos="7248">
          <p15:clr>
            <a:srgbClr val="F26B43"/>
          </p15:clr>
        </p15:guide>
        <p15:guide id="26" pos="5088">
          <p15:clr>
            <a:srgbClr val="F26B43"/>
          </p15:clr>
        </p15:guide>
        <p15:guide id="27" pos="4656">
          <p15:clr>
            <a:srgbClr val="F26B43"/>
          </p15:clr>
        </p15:guide>
        <p15:guide id="28" pos="4224">
          <p15:clr>
            <a:srgbClr val="F26B43"/>
          </p15:clr>
        </p15:guide>
        <p15:guide id="29" pos="2592">
          <p15:clr>
            <a:srgbClr val="F26B43"/>
          </p15:clr>
        </p15:guide>
        <p15:guide id="30" pos="3024">
          <p15:clr>
            <a:srgbClr val="F26B43"/>
          </p15:clr>
        </p15:guide>
        <p15:guide id="31" pos="3456">
          <p15:clr>
            <a:srgbClr val="F26B43"/>
          </p15:clr>
        </p15:guide>
        <p15:guide id="32" orient="horz" pos="64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3" Type="http://schemas.openxmlformats.org/officeDocument/2006/relationships/hyperlink" Target="https://journalistsresource.org/politics-and-government/racial-profiling-red-light-cameras/" TargetMode="External"/><Relationship Id="rId2" Type="http://schemas.openxmlformats.org/officeDocument/2006/relationships/image" Target="../media/image8.jp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hyperlink" Target="https://pxhere.com/fr/photo/919042" TargetMode="External"/><Relationship Id="rId2" Type="http://schemas.openxmlformats.org/officeDocument/2006/relationships/image" Target="../media/image9.jp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5F625-ABB7-187C-97A6-71222910687E}"/>
              </a:ext>
            </a:extLst>
          </p:cNvPr>
          <p:cNvSpPr>
            <a:spLocks noGrp="1"/>
          </p:cNvSpPr>
          <p:nvPr>
            <p:ph type="ctrTitle"/>
          </p:nvPr>
        </p:nvSpPr>
        <p:spPr>
          <a:xfrm>
            <a:off x="137158" y="1607418"/>
            <a:ext cx="9815363" cy="4061861"/>
          </a:xfrm>
        </p:spPr>
        <p:txBody>
          <a:bodyPr>
            <a:normAutofit/>
          </a:bodyPr>
          <a:lstStyle/>
          <a:p>
            <a:r>
              <a:rPr lang="en-US" dirty="0">
                <a:solidFill>
                  <a:srgbClr val="990000"/>
                </a:solidFill>
              </a:rPr>
              <a:t>Traffic</a:t>
            </a:r>
            <a:br>
              <a:rPr lang="en-US" dirty="0">
                <a:solidFill>
                  <a:schemeClr val="tx1"/>
                </a:solidFill>
              </a:rPr>
            </a:br>
            <a:r>
              <a:rPr lang="en-US" dirty="0">
                <a:solidFill>
                  <a:srgbClr val="D1CD21"/>
                </a:solidFill>
              </a:rPr>
              <a:t>Control</a:t>
            </a:r>
            <a:br>
              <a:rPr lang="en-US" dirty="0">
                <a:solidFill>
                  <a:schemeClr val="tx1"/>
                </a:solidFill>
              </a:rPr>
            </a:br>
            <a:r>
              <a:rPr lang="en-US" dirty="0">
                <a:solidFill>
                  <a:srgbClr val="009900"/>
                </a:solidFill>
              </a:rPr>
              <a:t>Simulator</a:t>
            </a:r>
          </a:p>
        </p:txBody>
      </p:sp>
      <p:sp>
        <p:nvSpPr>
          <p:cNvPr id="3" name="Subtitle 2">
            <a:extLst>
              <a:ext uri="{FF2B5EF4-FFF2-40B4-BE49-F238E27FC236}">
                <a16:creationId xmlns:a16="http://schemas.microsoft.com/office/drawing/2014/main" id="{095FC76F-A624-45F6-ACF0-D687D6AD7649}"/>
              </a:ext>
            </a:extLst>
          </p:cNvPr>
          <p:cNvSpPr>
            <a:spLocks noGrp="1"/>
          </p:cNvSpPr>
          <p:nvPr>
            <p:ph type="subTitle" idx="1"/>
          </p:nvPr>
        </p:nvSpPr>
        <p:spPr>
          <a:xfrm>
            <a:off x="7607808" y="3995928"/>
            <a:ext cx="3462393" cy="2368296"/>
          </a:xfrm>
        </p:spPr>
        <p:txBody>
          <a:bodyPr>
            <a:normAutofit/>
          </a:bodyPr>
          <a:lstStyle/>
          <a:p>
            <a:r>
              <a:rPr lang="en-US" sz="2000" dirty="0">
                <a:solidFill>
                  <a:schemeClr val="tx1"/>
                </a:solidFill>
              </a:rPr>
              <a:t>Zane Dollarhide</a:t>
            </a:r>
          </a:p>
          <a:p>
            <a:r>
              <a:rPr lang="en-US" sz="2000" dirty="0">
                <a:solidFill>
                  <a:schemeClr val="tx1"/>
                </a:solidFill>
              </a:rPr>
              <a:t>Carson Page</a:t>
            </a:r>
          </a:p>
          <a:p>
            <a:r>
              <a:rPr lang="en-US" sz="2000" dirty="0">
                <a:solidFill>
                  <a:schemeClr val="tx1"/>
                </a:solidFill>
              </a:rPr>
              <a:t>Caden Palomares</a:t>
            </a:r>
          </a:p>
          <a:p>
            <a:r>
              <a:rPr lang="en-US" sz="2000" dirty="0">
                <a:solidFill>
                  <a:schemeClr val="tx1"/>
                </a:solidFill>
              </a:rPr>
              <a:t>Andrew Saigo</a:t>
            </a:r>
          </a:p>
        </p:txBody>
      </p:sp>
      <p:sp>
        <p:nvSpPr>
          <p:cNvPr id="14" name="Rectangle 13">
            <a:extLst>
              <a:ext uri="{FF2B5EF4-FFF2-40B4-BE49-F238E27FC236}">
                <a16:creationId xmlns:a16="http://schemas.microsoft.com/office/drawing/2014/main" id="{3948BCF7-C692-EAF5-A027-C3BEF28D34A9}"/>
              </a:ext>
            </a:extLst>
          </p:cNvPr>
          <p:cNvSpPr/>
          <p:nvPr/>
        </p:nvSpPr>
        <p:spPr>
          <a:xfrm>
            <a:off x="11420856" y="969264"/>
            <a:ext cx="164592" cy="4928616"/>
          </a:xfrm>
          <a:prstGeom prst="rect">
            <a:avLst/>
          </a:prstGeom>
          <a:solidFill>
            <a:srgbClr val="EDECE9"/>
          </a:solidFill>
          <a:ln>
            <a:solidFill>
              <a:srgbClr val="EDEC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8B2EEF60-7D52-D7A8-0D54-0C515D99C4AD}"/>
              </a:ext>
            </a:extLst>
          </p:cNvPr>
          <p:cNvPicPr>
            <a:picLocks noChangeAspect="1"/>
          </p:cNvPicPr>
          <p:nvPr/>
        </p:nvPicPr>
        <p:blipFill>
          <a:blip r:embed="rId2"/>
          <a:stretch>
            <a:fillRect/>
          </a:stretch>
        </p:blipFill>
        <p:spPr>
          <a:xfrm>
            <a:off x="6554932" y="0"/>
            <a:ext cx="5637068" cy="6858000"/>
          </a:xfrm>
          <a:prstGeom prst="rect">
            <a:avLst/>
          </a:prstGeom>
        </p:spPr>
      </p:pic>
    </p:spTree>
    <p:extLst>
      <p:ext uri="{BB962C8B-B14F-4D97-AF65-F5344CB8AC3E}">
        <p14:creationId xmlns:p14="http://schemas.microsoft.com/office/powerpoint/2010/main" val="1294312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t>Input and output</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10799064" cy="4683318"/>
          </a:xfrm>
        </p:spPr>
        <p:txBody>
          <a:bodyPr>
            <a:normAutofit/>
          </a:bodyPr>
          <a:lstStyle/>
          <a:p>
            <a:r>
              <a:rPr lang="en-US" sz="2400" dirty="0"/>
              <a:t>Reference Images</a:t>
            </a:r>
          </a:p>
          <a:p>
            <a:pPr lvl="1"/>
            <a:r>
              <a:rPr lang="en-US" sz="2400" dirty="0"/>
              <a:t>Generate from a bird’s-eye view picture of an intersection</a:t>
            </a:r>
          </a:p>
          <a:p>
            <a:pPr lvl="1"/>
            <a:r>
              <a:rPr lang="en-US" sz="2400" dirty="0"/>
              <a:t>Insert an image to build on</a:t>
            </a:r>
          </a:p>
          <a:p>
            <a:r>
              <a:rPr lang="en-US" sz="2400" dirty="0"/>
              <a:t>Save Designs</a:t>
            </a:r>
          </a:p>
          <a:p>
            <a:pPr lvl="1"/>
            <a:r>
              <a:rPr lang="en-US" sz="2400" dirty="0"/>
              <a:t>Simulation runs are saved with the design</a:t>
            </a:r>
          </a:p>
          <a:p>
            <a:pPr lvl="1"/>
            <a:r>
              <a:rPr lang="en-US" sz="2400" dirty="0"/>
              <a:t>Compare designs and associated simulation results</a:t>
            </a:r>
          </a:p>
          <a:p>
            <a:r>
              <a:rPr lang="en-US" sz="2400" dirty="0"/>
              <a:t>Data Export</a:t>
            </a:r>
          </a:p>
          <a:p>
            <a:pPr lvl="1"/>
            <a:r>
              <a:rPr lang="en-US" sz="2400" dirty="0"/>
              <a:t>Export simulation results to CSV</a:t>
            </a:r>
          </a:p>
          <a:p>
            <a:pPr lvl="1"/>
            <a:endParaRPr lang="en-US" sz="2400" dirty="0"/>
          </a:p>
        </p:txBody>
      </p:sp>
    </p:spTree>
    <p:extLst>
      <p:ext uri="{BB962C8B-B14F-4D97-AF65-F5344CB8AC3E}">
        <p14:creationId xmlns:p14="http://schemas.microsoft.com/office/powerpoint/2010/main" val="2043908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605431" y="274926"/>
            <a:ext cx="5355169" cy="1069848"/>
          </a:xfrm>
        </p:spPr>
        <p:txBody>
          <a:bodyPr>
            <a:normAutofit/>
          </a:bodyPr>
          <a:lstStyle/>
          <a:p>
            <a:r>
              <a:rPr lang="en-US" sz="4000" dirty="0"/>
              <a:t>Stretch Goals: Part I</a:t>
            </a:r>
          </a:p>
        </p:txBody>
      </p:sp>
      <p:sp>
        <p:nvSpPr>
          <p:cNvPr id="4" name="Text Placeholder 3">
            <a:extLst>
              <a:ext uri="{FF2B5EF4-FFF2-40B4-BE49-F238E27FC236}">
                <a16:creationId xmlns:a16="http://schemas.microsoft.com/office/drawing/2014/main" id="{05641E9C-7073-207B-41C5-A5A94E56E0B1}"/>
              </a:ext>
            </a:extLst>
          </p:cNvPr>
          <p:cNvSpPr>
            <a:spLocks noGrp="1"/>
          </p:cNvSpPr>
          <p:nvPr>
            <p:ph type="body" idx="1"/>
          </p:nvPr>
        </p:nvSpPr>
        <p:spPr>
          <a:xfrm>
            <a:off x="605431" y="1387408"/>
            <a:ext cx="5157787" cy="709394"/>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lang="en-US" sz="2800" b="0" cap="none" spc="0" dirty="0">
                <a:solidFill>
                  <a:srgbClr val="444742"/>
                </a:solidFill>
                <a:latin typeface="Univers Condensed Light"/>
              </a:rPr>
              <a:t>Traffic Video Input</a:t>
            </a:r>
            <a:endParaRPr kumimoji="0" lang="en-US" sz="2800" b="0" i="0" u="none" strike="noStrike" kern="1200" cap="none" spc="0" normalizeH="0" baseline="0" noProof="0" dirty="0">
              <a:ln>
                <a:noFill/>
              </a:ln>
              <a:solidFill>
                <a:srgbClr val="444742"/>
              </a:solidFill>
              <a:effectLst/>
              <a:uLnTx/>
              <a:uFillTx/>
              <a:latin typeface="Univers Condensed Light"/>
              <a:ea typeface="+mn-ea"/>
              <a:cs typeface="+mn-cs"/>
            </a:endParaRP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sz="half" idx="2"/>
          </p:nvPr>
        </p:nvSpPr>
        <p:spPr>
          <a:xfrm>
            <a:off x="621858" y="2139436"/>
            <a:ext cx="5157787" cy="3495253"/>
          </a:xfrm>
        </p:spPr>
        <p:txBody>
          <a:bodyPr>
            <a:normAutofit/>
          </a:bodyPr>
          <a:lstStyle/>
          <a:p>
            <a:r>
              <a:rPr lang="en-US" sz="2400" dirty="0"/>
              <a:t>Analyze a Provided Video</a:t>
            </a:r>
          </a:p>
          <a:p>
            <a:pPr lvl="1"/>
            <a:r>
              <a:rPr lang="en-US" sz="2400" dirty="0"/>
              <a:t>User Efficiency Tool</a:t>
            </a:r>
          </a:p>
          <a:p>
            <a:r>
              <a:rPr lang="en-US" sz="2400" dirty="0"/>
              <a:t>Determine Traffic Data</a:t>
            </a:r>
          </a:p>
          <a:p>
            <a:pPr lvl="1"/>
            <a:r>
              <a:rPr lang="en-US" sz="2400" dirty="0"/>
              <a:t>Traffic Flow Directions</a:t>
            </a:r>
          </a:p>
          <a:p>
            <a:pPr lvl="1"/>
            <a:r>
              <a:rPr lang="en-US" sz="2400" dirty="0"/>
              <a:t>Traffic Density</a:t>
            </a:r>
          </a:p>
          <a:p>
            <a:r>
              <a:rPr lang="en-US" sz="2400" dirty="0"/>
              <a:t>Alter Simulation Parameters to Match</a:t>
            </a:r>
          </a:p>
        </p:txBody>
      </p:sp>
      <p:sp>
        <p:nvSpPr>
          <p:cNvPr id="5" name="Text Placeholder 4">
            <a:extLst>
              <a:ext uri="{FF2B5EF4-FFF2-40B4-BE49-F238E27FC236}">
                <a16:creationId xmlns:a16="http://schemas.microsoft.com/office/drawing/2014/main" id="{63D3E574-5441-7C65-04F7-1AE5ED31F3EA}"/>
              </a:ext>
            </a:extLst>
          </p:cNvPr>
          <p:cNvSpPr>
            <a:spLocks noGrp="1"/>
          </p:cNvSpPr>
          <p:nvPr>
            <p:ph type="body" sz="quarter" idx="3"/>
          </p:nvPr>
        </p:nvSpPr>
        <p:spPr>
          <a:xfrm>
            <a:off x="6231402" y="379397"/>
            <a:ext cx="5183188" cy="709393"/>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rgbClr val="444742"/>
                </a:solidFill>
                <a:effectLst/>
                <a:uLnTx/>
                <a:uFillTx/>
                <a:latin typeface="Univers Condensed Light"/>
                <a:ea typeface="+mn-ea"/>
                <a:cs typeface="+mn-cs"/>
              </a:rPr>
              <a:t>Layered Roads</a:t>
            </a:r>
          </a:p>
        </p:txBody>
      </p:sp>
      <p:sp>
        <p:nvSpPr>
          <p:cNvPr id="6" name="Content Placeholder 5">
            <a:extLst>
              <a:ext uri="{FF2B5EF4-FFF2-40B4-BE49-F238E27FC236}">
                <a16:creationId xmlns:a16="http://schemas.microsoft.com/office/drawing/2014/main" id="{455FD4A5-B60E-6DB4-1C59-CDDD2A588E39}"/>
              </a:ext>
            </a:extLst>
          </p:cNvPr>
          <p:cNvSpPr>
            <a:spLocks noGrp="1"/>
          </p:cNvSpPr>
          <p:nvPr>
            <p:ph sz="quarter" idx="4"/>
          </p:nvPr>
        </p:nvSpPr>
        <p:spPr>
          <a:xfrm>
            <a:off x="6231402" y="1138171"/>
            <a:ext cx="5183188" cy="3495254"/>
          </a:xfrm>
        </p:spPr>
        <p:txBody>
          <a:bodyPr>
            <a:normAutofit/>
          </a:bodyPr>
          <a:lstStyle/>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444742"/>
                </a:solidFill>
                <a:effectLst/>
                <a:uLnTx/>
                <a:uFillTx/>
                <a:latin typeface="Univers Condensed Light"/>
                <a:ea typeface="+mn-ea"/>
                <a:cs typeface="+mn-cs"/>
              </a:rPr>
              <a:t>Add </a:t>
            </a:r>
            <a:r>
              <a:rPr lang="en-US" sz="2400" dirty="0">
                <a:solidFill>
                  <a:srgbClr val="444742"/>
                </a:solidFill>
                <a:latin typeface="Univers Condensed Light"/>
              </a:rPr>
              <a:t>Limited Elevation Control to Simulation</a:t>
            </a:r>
          </a:p>
          <a:p>
            <a:pPr lvl="1">
              <a:spcBef>
                <a:spcPts val="1000"/>
              </a:spcBef>
              <a:defRPr/>
            </a:pPr>
            <a:r>
              <a:rPr lang="en-US" sz="2400" dirty="0">
                <a:solidFill>
                  <a:srgbClr val="444742"/>
                </a:solidFill>
                <a:latin typeface="Univers Condensed Light"/>
              </a:rPr>
              <a:t>Overpasses</a:t>
            </a:r>
          </a:p>
          <a:p>
            <a:pPr lvl="1">
              <a:spcBef>
                <a:spcPts val="1000"/>
              </a:spcBef>
              <a:defRPr/>
            </a:pPr>
            <a:r>
              <a:rPr lang="en-US" sz="2400" dirty="0">
                <a:solidFill>
                  <a:srgbClr val="444742"/>
                </a:solidFill>
                <a:latin typeface="Univers Condensed Light"/>
              </a:rPr>
              <a:t>Underpasses</a:t>
            </a:r>
          </a:p>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444742"/>
                </a:solidFill>
                <a:effectLst/>
                <a:uLnTx/>
                <a:uFillTx/>
                <a:latin typeface="Univers Condensed Light"/>
                <a:ea typeface="+mn-ea"/>
                <a:cs typeface="+mn-cs"/>
              </a:rPr>
              <a:t>Useful for</a:t>
            </a:r>
            <a:r>
              <a:rPr lang="en-US" sz="2400" dirty="0">
                <a:solidFill>
                  <a:srgbClr val="444742"/>
                </a:solidFill>
                <a:latin typeface="Univers Condensed Light"/>
              </a:rPr>
              <a:t> Highway Intersections</a:t>
            </a:r>
          </a:p>
          <a:p>
            <a:pPr lvl="1">
              <a:spcBef>
                <a:spcPts val="1000"/>
              </a:spcBef>
              <a:defRPr/>
            </a:pPr>
            <a:r>
              <a:rPr kumimoji="0" lang="en-US" sz="2400" b="0" i="0" u="none" strike="noStrike" kern="1200" cap="none" spc="0" normalizeH="0" baseline="0" noProof="0" dirty="0">
                <a:ln>
                  <a:noFill/>
                </a:ln>
                <a:solidFill>
                  <a:srgbClr val="444742"/>
                </a:solidFill>
                <a:effectLst/>
                <a:uLnTx/>
                <a:uFillTx/>
                <a:latin typeface="Univers Condensed Light"/>
                <a:ea typeface="+mn-ea"/>
                <a:cs typeface="+mn-cs"/>
              </a:rPr>
              <a:t>Dog</a:t>
            </a:r>
            <a:r>
              <a:rPr lang="en-US" sz="2400" dirty="0">
                <a:solidFill>
                  <a:srgbClr val="444742"/>
                </a:solidFill>
                <a:latin typeface="Univers Condensed Light"/>
              </a:rPr>
              <a:t>bone Interchange</a:t>
            </a:r>
            <a:endParaRPr kumimoji="0" lang="en-US" sz="2400" b="0" i="0" u="none" strike="noStrike" kern="1200" cap="none" spc="0" normalizeH="0" baseline="0" noProof="0" dirty="0">
              <a:ln>
                <a:noFill/>
              </a:ln>
              <a:solidFill>
                <a:srgbClr val="444742"/>
              </a:solidFill>
              <a:effectLst/>
              <a:uLnTx/>
              <a:uFillTx/>
              <a:latin typeface="Univers Condensed Light"/>
              <a:ea typeface="+mn-ea"/>
              <a:cs typeface="+mn-cs"/>
            </a:endParaRPr>
          </a:p>
        </p:txBody>
      </p:sp>
      <p:pic>
        <p:nvPicPr>
          <p:cNvPr id="7" name="Picture 6" descr="Dogbone interchange. : r/CitiesSkylines">
            <a:extLst>
              <a:ext uri="{FF2B5EF4-FFF2-40B4-BE49-F238E27FC236}">
                <a16:creationId xmlns:a16="http://schemas.microsoft.com/office/drawing/2014/main" id="{C5F3410A-C7BA-81B4-DEE1-41880DF9F8DC}"/>
              </a:ext>
            </a:extLst>
          </p:cNvPr>
          <p:cNvPicPr>
            <a:picLocks noChangeAspect="1"/>
          </p:cNvPicPr>
          <p:nvPr/>
        </p:nvPicPr>
        <p:blipFill>
          <a:blip r:embed="rId2"/>
          <a:srcRect l="22640" t="14930" r="6957" b="28671"/>
          <a:stretch>
            <a:fillRect/>
          </a:stretch>
        </p:blipFill>
        <p:spPr>
          <a:xfrm>
            <a:off x="6489906" y="4340888"/>
            <a:ext cx="3879993" cy="1748413"/>
          </a:xfrm>
          <a:prstGeom prst="rect">
            <a:avLst/>
          </a:prstGeom>
        </p:spPr>
      </p:pic>
    </p:spTree>
    <p:extLst>
      <p:ext uri="{BB962C8B-B14F-4D97-AF65-F5344CB8AC3E}">
        <p14:creationId xmlns:p14="http://schemas.microsoft.com/office/powerpoint/2010/main" val="19105454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9BFF0-58BA-59B2-382E-27F20F46E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2C87D0-18DD-190D-8277-5E27B3276417}"/>
              </a:ext>
            </a:extLst>
          </p:cNvPr>
          <p:cNvSpPr>
            <a:spLocks noGrp="1"/>
          </p:cNvSpPr>
          <p:nvPr>
            <p:ph type="title"/>
          </p:nvPr>
        </p:nvSpPr>
        <p:spPr>
          <a:xfrm>
            <a:off x="605431" y="274926"/>
            <a:ext cx="5355169" cy="1069848"/>
          </a:xfrm>
        </p:spPr>
        <p:txBody>
          <a:bodyPr>
            <a:normAutofit/>
          </a:bodyPr>
          <a:lstStyle/>
          <a:p>
            <a:r>
              <a:rPr lang="en-US" sz="4000" dirty="0"/>
              <a:t>Stretch Goals: Part II</a:t>
            </a:r>
          </a:p>
        </p:txBody>
      </p:sp>
      <p:sp>
        <p:nvSpPr>
          <p:cNvPr id="4" name="Text Placeholder 3">
            <a:extLst>
              <a:ext uri="{FF2B5EF4-FFF2-40B4-BE49-F238E27FC236}">
                <a16:creationId xmlns:a16="http://schemas.microsoft.com/office/drawing/2014/main" id="{DEFF4969-79BF-C3EA-FE54-382BB3EF7853}"/>
              </a:ext>
            </a:extLst>
          </p:cNvPr>
          <p:cNvSpPr>
            <a:spLocks noGrp="1"/>
          </p:cNvSpPr>
          <p:nvPr>
            <p:ph type="body" idx="1"/>
          </p:nvPr>
        </p:nvSpPr>
        <p:spPr>
          <a:xfrm>
            <a:off x="605431" y="1387408"/>
            <a:ext cx="5157787" cy="709394"/>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rgbClr val="444742"/>
                </a:solidFill>
                <a:effectLst/>
                <a:uLnTx/>
                <a:uFillTx/>
                <a:latin typeface="Univers Condensed Light"/>
                <a:ea typeface="+mn-ea"/>
                <a:cs typeface="+mn-cs"/>
              </a:rPr>
              <a:t>Design Suggestions</a:t>
            </a:r>
          </a:p>
        </p:txBody>
      </p:sp>
      <p:sp>
        <p:nvSpPr>
          <p:cNvPr id="3" name="Content Placeholder 2">
            <a:extLst>
              <a:ext uri="{FF2B5EF4-FFF2-40B4-BE49-F238E27FC236}">
                <a16:creationId xmlns:a16="http://schemas.microsoft.com/office/drawing/2014/main" id="{070FC9F8-DE2A-C4CE-570F-9146F3E802C7}"/>
              </a:ext>
            </a:extLst>
          </p:cNvPr>
          <p:cNvSpPr>
            <a:spLocks noGrp="1"/>
          </p:cNvSpPr>
          <p:nvPr>
            <p:ph sz="half" idx="2"/>
          </p:nvPr>
        </p:nvSpPr>
        <p:spPr>
          <a:xfrm>
            <a:off x="621858" y="2139436"/>
            <a:ext cx="5157787" cy="3495253"/>
          </a:xfrm>
        </p:spPr>
        <p:txBody>
          <a:bodyPr>
            <a:normAutofit/>
          </a:bodyPr>
          <a:lstStyle/>
          <a:p>
            <a:r>
              <a:rPr lang="en-US" sz="2400" dirty="0"/>
              <a:t>Algorithm Testing Common Intersections</a:t>
            </a:r>
          </a:p>
          <a:p>
            <a:pPr lvl="1"/>
            <a:r>
              <a:rPr lang="en-US" sz="2400" dirty="0"/>
              <a:t>Intersection Types Predetermined</a:t>
            </a:r>
          </a:p>
          <a:p>
            <a:r>
              <a:rPr lang="en-US" sz="2400" dirty="0"/>
              <a:t>Uses Simulation Feature</a:t>
            </a:r>
          </a:p>
          <a:p>
            <a:r>
              <a:rPr lang="en-US" sz="2400" dirty="0"/>
              <a:t>Returns Best Resulting Intersection</a:t>
            </a:r>
          </a:p>
        </p:txBody>
      </p:sp>
      <p:sp>
        <p:nvSpPr>
          <p:cNvPr id="5" name="Text Placeholder 4">
            <a:extLst>
              <a:ext uri="{FF2B5EF4-FFF2-40B4-BE49-F238E27FC236}">
                <a16:creationId xmlns:a16="http://schemas.microsoft.com/office/drawing/2014/main" id="{6E560669-2257-4D6E-BB1D-747CDCC23DBC}"/>
              </a:ext>
            </a:extLst>
          </p:cNvPr>
          <p:cNvSpPr>
            <a:spLocks noGrp="1"/>
          </p:cNvSpPr>
          <p:nvPr>
            <p:ph type="body" sz="quarter" idx="3"/>
          </p:nvPr>
        </p:nvSpPr>
        <p:spPr>
          <a:xfrm>
            <a:off x="6231402" y="1387408"/>
            <a:ext cx="5183188" cy="709393"/>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rgbClr val="444742"/>
                </a:solidFill>
                <a:effectLst/>
                <a:uLnTx/>
                <a:uFillTx/>
                <a:latin typeface="Univers Condensed Light"/>
                <a:ea typeface="+mn-ea"/>
                <a:cs typeface="+mn-cs"/>
              </a:rPr>
              <a:t>Advanced Pedestrian Support</a:t>
            </a:r>
          </a:p>
        </p:txBody>
      </p:sp>
      <p:sp>
        <p:nvSpPr>
          <p:cNvPr id="6" name="Content Placeholder 5">
            <a:extLst>
              <a:ext uri="{FF2B5EF4-FFF2-40B4-BE49-F238E27FC236}">
                <a16:creationId xmlns:a16="http://schemas.microsoft.com/office/drawing/2014/main" id="{63ABAEC1-F057-6991-B094-74827E10D0B0}"/>
              </a:ext>
            </a:extLst>
          </p:cNvPr>
          <p:cNvSpPr>
            <a:spLocks noGrp="1"/>
          </p:cNvSpPr>
          <p:nvPr>
            <p:ph sz="quarter" idx="4"/>
          </p:nvPr>
        </p:nvSpPr>
        <p:spPr>
          <a:xfrm>
            <a:off x="6231402" y="2139436"/>
            <a:ext cx="5183188" cy="3495254"/>
          </a:xfrm>
        </p:spPr>
        <p:txBody>
          <a:bodyPr>
            <a:normAutofit/>
          </a:bodyPr>
          <a:lstStyle/>
          <a:p>
            <a:pPr>
              <a:defRPr/>
            </a:pPr>
            <a:r>
              <a:rPr lang="en-US" sz="2400" dirty="0">
                <a:solidFill>
                  <a:srgbClr val="444742"/>
                </a:solidFill>
                <a:latin typeface="Univers Condensed Light"/>
              </a:rPr>
              <a:t>More Than One Type of Actor</a:t>
            </a:r>
          </a:p>
          <a:p>
            <a:pPr>
              <a:defRPr/>
            </a:pPr>
            <a:r>
              <a:rPr lang="en-US" sz="2400" dirty="0">
                <a:solidFill>
                  <a:srgbClr val="444742"/>
                </a:solidFill>
                <a:latin typeface="Univers Condensed Light"/>
              </a:rPr>
              <a:t>Differing Behavior</a:t>
            </a:r>
            <a:endParaRPr lang="en-US" sz="2800" dirty="0">
              <a:solidFill>
                <a:srgbClr val="444742"/>
              </a:solidFill>
              <a:latin typeface="Univers Condensed Light"/>
            </a:endParaRPr>
          </a:p>
          <a:p>
            <a:pPr lvl="1">
              <a:spcBef>
                <a:spcPts val="1000"/>
              </a:spcBef>
              <a:defRPr/>
            </a:pPr>
            <a:r>
              <a:rPr lang="en-US" sz="2400" dirty="0">
                <a:solidFill>
                  <a:srgbClr val="444742"/>
                </a:solidFill>
                <a:latin typeface="Univers Condensed Light"/>
              </a:rPr>
              <a:t>Speed</a:t>
            </a:r>
          </a:p>
          <a:p>
            <a:pPr lvl="1">
              <a:spcBef>
                <a:spcPts val="1000"/>
              </a:spcBef>
              <a:defRPr/>
            </a:pPr>
            <a:r>
              <a:rPr lang="en-US" sz="2400" dirty="0">
                <a:solidFill>
                  <a:srgbClr val="444742"/>
                </a:solidFill>
                <a:latin typeface="Univers Condensed Light"/>
              </a:rPr>
              <a:t>Awareness</a:t>
            </a:r>
          </a:p>
          <a:p>
            <a:pPr lvl="1">
              <a:spcBef>
                <a:spcPts val="1000"/>
              </a:spcBef>
              <a:defRPr/>
            </a:pPr>
            <a:r>
              <a:rPr lang="en-US" sz="2400" dirty="0">
                <a:solidFill>
                  <a:srgbClr val="444742"/>
                </a:solidFill>
                <a:latin typeface="Univers Condensed Light"/>
              </a:rPr>
              <a:t>Caution</a:t>
            </a:r>
          </a:p>
        </p:txBody>
      </p:sp>
    </p:spTree>
    <p:extLst>
      <p:ext uri="{BB962C8B-B14F-4D97-AF65-F5344CB8AC3E}">
        <p14:creationId xmlns:p14="http://schemas.microsoft.com/office/powerpoint/2010/main" val="15720614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t>Signal timing controls</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4620091" cy="4443218"/>
          </a:xfrm>
        </p:spPr>
        <p:txBody>
          <a:bodyPr>
            <a:normAutofit/>
          </a:bodyPr>
          <a:lstStyle/>
          <a:p>
            <a:pPr marL="0" indent="0">
              <a:buNone/>
            </a:pPr>
            <a:r>
              <a:rPr lang="en-US" sz="2400" dirty="0"/>
              <a:t>Users will be able to change the timing on traffic lights to better suit the intersection they are working on. These lights can be tested at different traffic densities and tested for the best efficiency.   </a:t>
            </a:r>
          </a:p>
        </p:txBody>
      </p:sp>
      <p:pic>
        <p:nvPicPr>
          <p:cNvPr id="5" name="Picture 4">
            <a:extLst>
              <a:ext uri="{FF2B5EF4-FFF2-40B4-BE49-F238E27FC236}">
                <a16:creationId xmlns:a16="http://schemas.microsoft.com/office/drawing/2014/main" id="{63F11C6D-B445-73A3-6059-6ECC46AB0BCE}"/>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671651" y="1091673"/>
            <a:ext cx="5372100" cy="3581400"/>
          </a:xfrm>
          <a:prstGeom prst="rect">
            <a:avLst/>
          </a:prstGeom>
        </p:spPr>
      </p:pic>
    </p:spTree>
    <p:extLst>
      <p:ext uri="{BB962C8B-B14F-4D97-AF65-F5344CB8AC3E}">
        <p14:creationId xmlns:p14="http://schemas.microsoft.com/office/powerpoint/2010/main" val="27768978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F9506-CA50-4E16-C1EE-611F74DBDF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21D40C-16BE-5FC3-112D-8FA44183E0F5}"/>
              </a:ext>
            </a:extLst>
          </p:cNvPr>
          <p:cNvSpPr>
            <a:spLocks noGrp="1"/>
          </p:cNvSpPr>
          <p:nvPr>
            <p:ph type="title"/>
          </p:nvPr>
        </p:nvSpPr>
        <p:spPr>
          <a:xfrm>
            <a:off x="393192" y="346115"/>
            <a:ext cx="11393424" cy="1494845"/>
          </a:xfrm>
        </p:spPr>
        <p:txBody>
          <a:bodyPr>
            <a:normAutofit/>
          </a:bodyPr>
          <a:lstStyle/>
          <a:p>
            <a:r>
              <a:rPr lang="en-US" sz="4000" dirty="0"/>
              <a:t>Adjustable traffic volume</a:t>
            </a:r>
          </a:p>
        </p:txBody>
      </p:sp>
      <p:sp>
        <p:nvSpPr>
          <p:cNvPr id="3" name="Content Placeholder 2">
            <a:extLst>
              <a:ext uri="{FF2B5EF4-FFF2-40B4-BE49-F238E27FC236}">
                <a16:creationId xmlns:a16="http://schemas.microsoft.com/office/drawing/2014/main" id="{6960D1D7-99EE-3C6E-4656-0F9285B80B5C}"/>
              </a:ext>
            </a:extLst>
          </p:cNvPr>
          <p:cNvSpPr>
            <a:spLocks noGrp="1"/>
          </p:cNvSpPr>
          <p:nvPr>
            <p:ph idx="1"/>
          </p:nvPr>
        </p:nvSpPr>
        <p:spPr>
          <a:xfrm>
            <a:off x="722376" y="1331049"/>
            <a:ext cx="4620091" cy="4443218"/>
          </a:xfrm>
        </p:spPr>
        <p:txBody>
          <a:bodyPr>
            <a:normAutofit/>
          </a:bodyPr>
          <a:lstStyle/>
          <a:p>
            <a:pPr marL="0" indent="0">
              <a:buNone/>
            </a:pPr>
            <a:r>
              <a:rPr lang="en-US" sz="2400" dirty="0"/>
              <a:t>Users will also be able to adjust the density of traffic going through the intersection to better simulate the stress the intersection will have.</a:t>
            </a:r>
          </a:p>
        </p:txBody>
      </p:sp>
      <p:pic>
        <p:nvPicPr>
          <p:cNvPr id="7" name="Picture 6">
            <a:extLst>
              <a:ext uri="{FF2B5EF4-FFF2-40B4-BE49-F238E27FC236}">
                <a16:creationId xmlns:a16="http://schemas.microsoft.com/office/drawing/2014/main" id="{84A30EC5-8D0C-FDD6-33D3-F4D4A2FE1E28}"/>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671651" y="1093537"/>
            <a:ext cx="5924291" cy="4443218"/>
          </a:xfrm>
          <a:prstGeom prst="rect">
            <a:avLst/>
          </a:prstGeom>
        </p:spPr>
      </p:pic>
    </p:spTree>
    <p:extLst>
      <p:ext uri="{BB962C8B-B14F-4D97-AF65-F5344CB8AC3E}">
        <p14:creationId xmlns:p14="http://schemas.microsoft.com/office/powerpoint/2010/main" val="13280753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017C-3903-E58C-584A-9A734E6302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1F8DB-5CE7-6726-F0B2-7C394FD2BCF6}"/>
              </a:ext>
            </a:extLst>
          </p:cNvPr>
          <p:cNvSpPr>
            <a:spLocks noGrp="1"/>
          </p:cNvSpPr>
          <p:nvPr>
            <p:ph type="title"/>
          </p:nvPr>
        </p:nvSpPr>
        <p:spPr>
          <a:xfrm>
            <a:off x="393192" y="346115"/>
            <a:ext cx="11393424" cy="1494845"/>
          </a:xfrm>
        </p:spPr>
        <p:txBody>
          <a:bodyPr>
            <a:normAutofit/>
          </a:bodyPr>
          <a:lstStyle/>
          <a:p>
            <a:r>
              <a:rPr lang="en-US" sz="4000" dirty="0"/>
              <a:t>Performance metrics</a:t>
            </a:r>
          </a:p>
        </p:txBody>
      </p:sp>
      <p:sp>
        <p:nvSpPr>
          <p:cNvPr id="3" name="Content Placeholder 2">
            <a:extLst>
              <a:ext uri="{FF2B5EF4-FFF2-40B4-BE49-F238E27FC236}">
                <a16:creationId xmlns:a16="http://schemas.microsoft.com/office/drawing/2014/main" id="{6C5DE297-F627-8DE9-CC50-42756143C2CC}"/>
              </a:ext>
            </a:extLst>
          </p:cNvPr>
          <p:cNvSpPr>
            <a:spLocks noGrp="1"/>
          </p:cNvSpPr>
          <p:nvPr>
            <p:ph idx="1"/>
          </p:nvPr>
        </p:nvSpPr>
        <p:spPr>
          <a:xfrm>
            <a:off x="722376" y="1331049"/>
            <a:ext cx="4620091" cy="4443218"/>
          </a:xfrm>
        </p:spPr>
        <p:txBody>
          <a:bodyPr>
            <a:normAutofit fontScale="92500" lnSpcReduction="10000"/>
          </a:bodyPr>
          <a:lstStyle/>
          <a:p>
            <a:pPr marL="0" indent="0">
              <a:buNone/>
            </a:pPr>
            <a:r>
              <a:rPr lang="en-US" sz="2400" dirty="0"/>
              <a:t>The simulation will be able to output performance metrics that show how well the intersection performed under varying amounts of load. </a:t>
            </a:r>
          </a:p>
          <a:p>
            <a:pPr marL="0" indent="0">
              <a:buNone/>
            </a:pPr>
            <a:r>
              <a:rPr lang="en-US" sz="2400" dirty="0"/>
              <a:t>Possible metrics:</a:t>
            </a:r>
          </a:p>
          <a:p>
            <a:pPr lvl="1"/>
            <a:r>
              <a:rPr lang="en-US" sz="2400" dirty="0"/>
              <a:t>Wait time</a:t>
            </a:r>
          </a:p>
          <a:p>
            <a:pPr lvl="1"/>
            <a:r>
              <a:rPr lang="en-US" sz="2400" dirty="0"/>
              <a:t>Speed</a:t>
            </a:r>
          </a:p>
          <a:p>
            <a:pPr lvl="1"/>
            <a:r>
              <a:rPr lang="en-US" sz="2400" dirty="0"/>
              <a:t>Number of vehicles through per amount of time</a:t>
            </a:r>
          </a:p>
          <a:p>
            <a:pPr lvl="1"/>
            <a:r>
              <a:rPr lang="en-US" sz="2400" dirty="0"/>
              <a:t>Queue length</a:t>
            </a:r>
          </a:p>
        </p:txBody>
      </p:sp>
    </p:spTree>
    <p:extLst>
      <p:ext uri="{BB962C8B-B14F-4D97-AF65-F5344CB8AC3E}">
        <p14:creationId xmlns:p14="http://schemas.microsoft.com/office/powerpoint/2010/main" val="2321807993"/>
      </p:ext>
    </p:extLst>
  </p:cSld>
  <p:clrMapOvr>
    <a:masterClrMapping/>
  </p:clrMapOvr>
</p:sld>
</file>

<file path=ppt/theme/theme1.xml><?xml version="1.0" encoding="utf-8"?>
<a:theme xmlns:a="http://schemas.openxmlformats.org/drawingml/2006/main" name="Orange Experience">
  <a:themeElements>
    <a:clrScheme name="Orange Experience">
      <a:dk1>
        <a:srgbClr val="131313"/>
      </a:dk1>
      <a:lt1>
        <a:sysClr val="window" lastClr="FFFFFF"/>
      </a:lt1>
      <a:dk2>
        <a:srgbClr val="444742"/>
      </a:dk2>
      <a:lt2>
        <a:srgbClr val="EDECE9"/>
      </a:lt2>
      <a:accent1>
        <a:srgbClr val="ED6845"/>
      </a:accent1>
      <a:accent2>
        <a:srgbClr val="F48A56"/>
      </a:accent2>
      <a:accent3>
        <a:srgbClr val="9FA295"/>
      </a:accent3>
      <a:accent4>
        <a:srgbClr val="5B6E74"/>
      </a:accent4>
      <a:accent5>
        <a:srgbClr val="6E7868"/>
      </a:accent5>
      <a:accent6>
        <a:srgbClr val="A1AAAA"/>
      </a:accent6>
      <a:hlink>
        <a:srgbClr val="F05814"/>
      </a:hlink>
      <a:folHlink>
        <a:srgbClr val="E99401"/>
      </a:folHlink>
    </a:clrScheme>
    <a:fontScheme name="Custom 40">
      <a:majorFont>
        <a:latin typeface="Oswald SemiBold"/>
        <a:ea typeface=""/>
        <a:cs typeface=""/>
      </a:majorFont>
      <a:minorFont>
        <a:latin typeface="Univers Condensed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range experience" id="{9BAA8FFB-1EEF-49AC-B7FF-0F37799585E9}" vid="{6523F788-A6E6-47B0-B3C7-625411BE5A1C}"/>
    </a:ext>
  </a:extLst>
</a:theme>
</file>

<file path=docProps/app.xml><?xml version="1.0" encoding="utf-8"?>
<Properties xmlns="http://schemas.openxmlformats.org/officeDocument/2006/extended-properties" xmlns:vt="http://schemas.openxmlformats.org/officeDocument/2006/docPropsVTypes">
  <Template>Orange Experience</Template>
  <TotalTime>503</TotalTime>
  <Words>242</Words>
  <Application>Microsoft Office PowerPoint</Application>
  <PresentationFormat>Widescreen</PresentationFormat>
  <Paragraphs>51</Paragraphs>
  <Slides>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Oswald SemiBold</vt:lpstr>
      <vt:lpstr>Univers Condensed Light</vt:lpstr>
      <vt:lpstr>Orange Experience</vt:lpstr>
      <vt:lpstr>Traffic Control Simulator</vt:lpstr>
      <vt:lpstr>Input and output</vt:lpstr>
      <vt:lpstr>Stretch Goals: Part I</vt:lpstr>
      <vt:lpstr>Stretch Goals: Part II</vt:lpstr>
      <vt:lpstr>Signal timing controls</vt:lpstr>
      <vt:lpstr>Adjustable traffic volume</vt:lpstr>
      <vt:lpstr>Performance metrics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Caden Palomares</dc:creator>
  <cp:lastModifiedBy>Andrew Saigo</cp:lastModifiedBy>
  <cp:revision>8</cp:revision>
  <dcterms:created xsi:type="dcterms:W3CDTF">2026-10-28T00:52:55Z</dcterms:created>
  <dcterms:modified xsi:type="dcterms:W3CDTF">2026-10-29T07:06:05Z</dcterms:modified>
</cp:coreProperties>
</file>