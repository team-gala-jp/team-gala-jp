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CE9"/>
    <a:srgbClr val="D1CD21"/>
    <a:srgbClr val="E2E707"/>
    <a:srgbClr val="CCDB03"/>
    <a:srgbClr val="009900"/>
    <a:srgbClr val="EBE600"/>
    <a:srgbClr val="990000"/>
    <a:srgbClr val="0620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6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47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7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63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78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1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06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62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157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8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80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915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2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48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157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31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9669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40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664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78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183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42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460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78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8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74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F625-ABB7-187C-97A6-712229106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8" y="1607418"/>
            <a:ext cx="9815363" cy="406186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90000"/>
                </a:solidFill>
              </a:rPr>
              <a:t>Traffic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D1CD21"/>
                </a:solidFill>
              </a:rPr>
              <a:t>Control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009900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FC76F-A624-45F6-ACF0-D687D6AD7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07808" y="3995928"/>
            <a:ext cx="3462393" cy="236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Zane Dollarhide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Carson Page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Caden Palomares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Andrew Saigo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BCF7-C692-EAF5-A027-C3BEF28D34A9}"/>
              </a:ext>
            </a:extLst>
          </p:cNvPr>
          <p:cNvSpPr/>
          <p:nvPr/>
        </p:nvSpPr>
        <p:spPr>
          <a:xfrm>
            <a:off x="11420856" y="969264"/>
            <a:ext cx="164592" cy="4928616"/>
          </a:xfrm>
          <a:prstGeom prst="rect">
            <a:avLst/>
          </a:prstGeom>
          <a:solidFill>
            <a:srgbClr val="EDECE9"/>
          </a:solidFill>
          <a:ln>
            <a:solidFill>
              <a:srgbClr val="EDEC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2EEF60-7D52-D7A8-0D54-0C515D99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932" y="0"/>
            <a:ext cx="563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346115"/>
            <a:ext cx="11393424" cy="1494845"/>
          </a:xfrm>
        </p:spPr>
        <p:txBody>
          <a:bodyPr>
            <a:normAutofit/>
          </a:bodyPr>
          <a:lstStyle/>
          <a:p>
            <a:r>
              <a:rPr lang="en-US" sz="4000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6" y="1331049"/>
            <a:ext cx="10799064" cy="4683318"/>
          </a:xfrm>
        </p:spPr>
        <p:txBody>
          <a:bodyPr>
            <a:normAutofit/>
          </a:bodyPr>
          <a:lstStyle/>
          <a:p>
            <a:r>
              <a:rPr lang="en-US" sz="2400" dirty="0"/>
              <a:t>Intersection Design</a:t>
            </a:r>
          </a:p>
          <a:p>
            <a:pPr lvl="1"/>
            <a:r>
              <a:rPr lang="en-US" sz="2400" dirty="0"/>
              <a:t>Create it Visually</a:t>
            </a:r>
          </a:p>
          <a:p>
            <a:pPr lvl="1"/>
            <a:r>
              <a:rPr lang="en-US" sz="2400" dirty="0"/>
              <a:t>Create it from a Reference</a:t>
            </a:r>
          </a:p>
          <a:p>
            <a:r>
              <a:rPr lang="en-US" sz="2400" dirty="0"/>
              <a:t>Test Design Effectiveness</a:t>
            </a:r>
          </a:p>
          <a:p>
            <a:pPr lvl="1"/>
            <a:r>
              <a:rPr lang="en-US" sz="2400" dirty="0"/>
              <a:t>Stress Test</a:t>
            </a:r>
          </a:p>
          <a:p>
            <a:pPr lvl="1"/>
            <a:r>
              <a:rPr lang="en-US" sz="2400" dirty="0"/>
              <a:t>Edge Case Searching</a:t>
            </a:r>
          </a:p>
          <a:p>
            <a:r>
              <a:rPr lang="en-US" sz="2400" dirty="0"/>
              <a:t>Optimize an Intersection Design</a:t>
            </a:r>
          </a:p>
          <a:p>
            <a:pPr lvl="1"/>
            <a:r>
              <a:rPr lang="en-US" sz="2400" dirty="0"/>
              <a:t>Design and Test Rapidly</a:t>
            </a:r>
          </a:p>
          <a:p>
            <a:pPr lvl="1"/>
            <a:r>
              <a:rPr lang="en-US" sz="2400"/>
              <a:t>Bulk Testing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43908860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98</TotalTime>
  <Words>42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Oswald SemiBold</vt:lpstr>
      <vt:lpstr>Univers Condensed Light</vt:lpstr>
      <vt:lpstr>Orange Experience</vt:lpstr>
      <vt:lpstr>Traffic Control Simulator</vt:lpstr>
      <vt:lpstr>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Caden Palomares</dc:creator>
  <cp:lastModifiedBy>Andrew Saigo</cp:lastModifiedBy>
  <cp:revision>6</cp:revision>
  <dcterms:created xsi:type="dcterms:W3CDTF">2026-10-28T00:52:55Z</dcterms:created>
  <dcterms:modified xsi:type="dcterms:W3CDTF">2026-10-28T18:42:09Z</dcterms:modified>
</cp:coreProperties>
</file>