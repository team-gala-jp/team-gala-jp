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4" r:id="rId3"/>
    <p:sldId id="265" r:id="rId4"/>
    <p:sldId id="266" r:id="rId5"/>
    <p:sldId id="257" r:id="rId6"/>
    <p:sldId id="258" r:id="rId7"/>
    <p:sldId id="259" r:id="rId8"/>
    <p:sldId id="263" r:id="rId9"/>
    <p:sldId id="261" r:id="rId10"/>
    <p:sldId id="26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ECE9"/>
    <a:srgbClr val="D1CD21"/>
    <a:srgbClr val="E2E707"/>
    <a:srgbClr val="CCDB03"/>
    <a:srgbClr val="009900"/>
    <a:srgbClr val="EBE600"/>
    <a:srgbClr val="990000"/>
    <a:srgbClr val="06200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3" name="Straight Connector 12">
            <a:extLst>
              <a:ext uri="{FF2B5EF4-FFF2-40B4-BE49-F238E27FC236}">
                <a16:creationId xmlns:a16="http://schemas.microsoft.com/office/drawing/2014/main" id="{1CBB8E81-5147-5506-5F4B-DBC0E7AF26E1}"/>
              </a:ext>
              <a:ext uri="{C183D7F6-B498-43B3-948B-1728B52AA6E4}">
                <adec:decorative xmlns:adec="http://schemas.microsoft.com/office/drawing/2017/decorative" val="1"/>
              </a:ext>
            </a:extLst>
          </p:cNvPr>
          <p:cNvCxnSpPr>
            <a:cxnSpLocks/>
          </p:cNvCxnSpPr>
          <p:nvPr/>
        </p:nvCxnSpPr>
        <p:spPr>
          <a:xfrm>
            <a:off x="11506200" y="637890"/>
            <a:ext cx="0" cy="557241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4852B95-CFB8-EEBE-3973-7363B361118A}"/>
              </a:ext>
              <a:ext uri="{C183D7F6-B498-43B3-948B-1728B52AA6E4}">
                <adec:decorative xmlns:adec="http://schemas.microsoft.com/office/drawing/2017/decorative" val="1"/>
              </a:ext>
            </a:extLst>
          </p:cNvPr>
          <p:cNvCxnSpPr>
            <a:cxnSpLocks/>
          </p:cNvCxnSpPr>
          <p:nvPr/>
        </p:nvCxnSpPr>
        <p:spPr>
          <a:xfrm>
            <a:off x="696332" y="768924"/>
            <a:ext cx="0" cy="480060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0" name="Picture Placeholder 9">
            <a:extLst>
              <a:ext uri="{FF2B5EF4-FFF2-40B4-BE49-F238E27FC236}">
                <a16:creationId xmlns:a16="http://schemas.microsoft.com/office/drawing/2014/main" id="{F1A205B3-F30A-B2B0-2AFF-593443D32773}"/>
              </a:ext>
              <a:ext uri="{C183D7F6-B498-43B3-948B-1728B52AA6E4}">
                <adec:decorative xmlns:adec="http://schemas.microsoft.com/office/drawing/2017/decorative" val="0"/>
              </a:ext>
            </a:extLst>
          </p:cNvPr>
          <p:cNvSpPr>
            <a:spLocks noGrp="1"/>
          </p:cNvSpPr>
          <p:nvPr>
            <p:ph type="pic" sz="quarter" idx="14" hasCustomPrompt="1"/>
          </p:nvPr>
        </p:nvSpPr>
        <p:spPr>
          <a:xfrm>
            <a:off x="5503863" y="1354138"/>
            <a:ext cx="5322887" cy="4481512"/>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914400" y="831992"/>
            <a:ext cx="5897880" cy="4258956"/>
          </a:xfrm>
          <a:solidFill>
            <a:schemeClr val="bg2"/>
          </a:solidFill>
        </p:spPr>
        <p:txBody>
          <a:bodyPr lIns="182880" rIns="228600" bIns="91440" anchor="b">
            <a:normAutofit/>
          </a:bodyPr>
          <a:lstStyle>
            <a:lvl1pPr algn="r">
              <a:lnSpc>
                <a:spcPct val="80000"/>
              </a:lnSpc>
              <a:defRPr sz="7200">
                <a:solidFill>
                  <a:schemeClr val="accent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605431" y="5372809"/>
            <a:ext cx="2364946" cy="909119"/>
          </a:xfrm>
          <a:solidFill>
            <a:schemeClr val="bg2"/>
          </a:solidFill>
        </p:spPr>
        <p:txBody>
          <a:bodyPr vert="horz" lIns="91440" tIns="45720" rIns="91440" bIns="45720" rtlCol="0" anchor="b">
            <a:normAutofit/>
          </a:bodyPr>
          <a:lstStyle>
            <a:lvl1pPr marL="0" indent="0">
              <a:lnSpc>
                <a:spcPct val="100000"/>
              </a:lnSpc>
              <a:buNone/>
              <a:defRPr lang="en-US" sz="1600" cap="all" baseline="0" dirty="0">
                <a:solidFill>
                  <a:schemeClr val="accent3">
                    <a:lumMod val="75000"/>
                  </a:schemeClr>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547529" y="612251"/>
            <a:ext cx="2070397" cy="518965"/>
          </a:xfrm>
          <a:solidFill>
            <a:schemeClr val="bg2"/>
          </a:solidFill>
        </p:spPr>
        <p:txBody>
          <a:bodyPr anchor="t"/>
          <a:lstStyle>
            <a:lvl1pPr algn="r">
              <a:defRPr sz="1050"/>
            </a:lvl1pPr>
          </a:lstStyle>
          <a:p>
            <a:endParaRPr lang="en-US"/>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897326" y="5229935"/>
            <a:ext cx="1223795" cy="365125"/>
          </a:xfrm>
          <a:solidFill>
            <a:schemeClr val="bg2"/>
          </a:solidFill>
        </p:spPr>
        <p:txBody>
          <a:bodyPr rIns="182880"/>
          <a:lstStyle/>
          <a:p>
            <a:fld id="{D4F53BF9-51A7-479A-9F82-F12307D0B401}" type="datetimeFigureOut">
              <a:rPr lang="en-US" smtClean="0"/>
              <a:t>10/29/2026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01400" y="6029866"/>
            <a:ext cx="461438" cy="365125"/>
          </a:xfrm>
          <a:solidFill>
            <a:schemeClr val="bg2"/>
          </a:solidFill>
        </p:spPr>
        <p:txBody>
          <a:bodyPr/>
          <a:lstStyle/>
          <a:p>
            <a:fld id="{62C10C1C-6E3B-4561-AC7B-2C6D28F8D4A7}" type="slidenum">
              <a:rPr lang="en-US" smtClean="0"/>
              <a:t>‹#›</a:t>
            </a:fld>
            <a:endParaRPr lang="en-US"/>
          </a:p>
        </p:txBody>
      </p:sp>
    </p:spTree>
    <p:extLst>
      <p:ext uri="{BB962C8B-B14F-4D97-AF65-F5344CB8AC3E}">
        <p14:creationId xmlns:p14="http://schemas.microsoft.com/office/powerpoint/2010/main" val="31854352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2986" y="265728"/>
            <a:ext cx="10981137" cy="1325563"/>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2986" y="1736176"/>
            <a:ext cx="10981137" cy="41988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D4F53BF9-51A7-479A-9F82-F12307D0B401}" type="datetimeFigureOut">
              <a:rPr lang="en-US" smtClean="0"/>
              <a:t>10/29/2026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62C10C1C-6E3B-4561-AC7B-2C6D28F8D4A7}" type="slidenum">
              <a:rPr lang="en-US" smtClean="0"/>
              <a:t>‹#›</a:t>
            </a:fld>
            <a:endParaRPr lang="en-US"/>
          </a:p>
        </p:txBody>
      </p:sp>
    </p:spTree>
    <p:extLst>
      <p:ext uri="{BB962C8B-B14F-4D97-AF65-F5344CB8AC3E}">
        <p14:creationId xmlns:p14="http://schemas.microsoft.com/office/powerpoint/2010/main" val="1163561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90397"/>
            <a:ext cx="0" cy="4396003"/>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FD120947-D69A-84F3-7617-0239E8E5C7F8}"/>
              </a:ext>
              <a:ext uri="{C183D7F6-B498-43B3-948B-1728B52AA6E4}">
                <adec:decorative xmlns:adec="http://schemas.microsoft.com/office/drawing/2017/decorative" val="0"/>
              </a:ext>
            </a:extLst>
          </p:cNvPr>
          <p:cNvSpPr>
            <a:spLocks noGrp="1"/>
          </p:cNvSpPr>
          <p:nvPr>
            <p:ph type="pic" sz="quarter" idx="13" hasCustomPrompt="1"/>
          </p:nvPr>
        </p:nvSpPr>
        <p:spPr>
          <a:xfrm>
            <a:off x="-791" y="1371600"/>
            <a:ext cx="6706392" cy="54864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4133850" y="685799"/>
            <a:ext cx="6373670" cy="2743201"/>
          </a:xfrm>
          <a:solidFill>
            <a:schemeClr val="bg2"/>
          </a:solidFill>
        </p:spPr>
        <p:txBody>
          <a:bodyPr vert="horz" lIns="182880" tIns="45720" rIns="91440" bIns="91440" rtlCol="0" anchor="b">
            <a:normAutofit/>
          </a:bodyPr>
          <a:lstStyle>
            <a:lvl1pPr>
              <a:lnSpc>
                <a:spcPct val="80000"/>
              </a:lnSpc>
              <a:defRPr lang="en-US" sz="68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7500457" y="5570290"/>
            <a:ext cx="4114799" cy="699518"/>
          </a:xfrm>
        </p:spPr>
        <p:txBody>
          <a:bodyPr vert="horz" lIns="91440" tIns="45720" rIns="91440" bIns="45720" rtlCol="0" anchor="b">
            <a:normAutofit/>
          </a:bodyPr>
          <a:lstStyle>
            <a:lvl1pPr marL="0" indent="0" algn="r">
              <a:buNone/>
              <a:defRPr lang="en-US" sz="1600" cap="all" baseline="0" dirty="0">
                <a:solidFill>
                  <a:schemeClr val="accent3">
                    <a:lumMod val="75000"/>
                  </a:schemeClr>
                </a:solidFill>
                <a:latin typeface="+mj-lt"/>
              </a:defRPr>
            </a:lvl1pPr>
          </a:lstStyle>
          <a:p>
            <a:pPr lvl="0"/>
            <a:r>
              <a:rPr lang="en-US"/>
              <a:t>Click to edit Master subtitle style</a:t>
            </a:r>
            <a:endParaRPr lang="en-US" dirty="0"/>
          </a:p>
        </p:txBody>
      </p:sp>
      <p:sp>
        <p:nvSpPr>
          <p:cNvPr id="6" name="Slide Number Placeholder 5">
            <a:extLst>
              <a:ext uri="{FF2B5EF4-FFF2-40B4-BE49-F238E27FC236}">
                <a16:creationId xmlns:a16="http://schemas.microsoft.com/office/drawing/2014/main" id="{B945FE83-3A40-27CC-D68D-E889297B8CA2}"/>
              </a:ext>
            </a:extLst>
          </p:cNvPr>
          <p:cNvSpPr>
            <a:spLocks noGrp="1"/>
          </p:cNvSpPr>
          <p:nvPr>
            <p:ph type="sldNum" sz="quarter" idx="14"/>
          </p:nvPr>
        </p:nvSpPr>
        <p:spPr>
          <a:xfrm>
            <a:off x="145716" y="508084"/>
            <a:ext cx="429372" cy="365125"/>
          </a:xfrm>
          <a:noFill/>
        </p:spPr>
        <p:txBody>
          <a:bodyPr/>
          <a:lstStyle/>
          <a:p>
            <a:fld id="{62C10C1C-6E3B-4561-AC7B-2C6D28F8D4A7}" type="slidenum">
              <a:rPr lang="en-US" smtClean="0"/>
              <a:t>‹#›</a:t>
            </a:fld>
            <a:endParaRPr lang="en-US"/>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a:off x="603663" y="508084"/>
            <a:ext cx="1203320" cy="365125"/>
          </a:xfrm>
          <a:solidFill>
            <a:schemeClr val="bg2"/>
          </a:solidFill>
        </p:spPr>
        <p:txBody>
          <a:bodyPr/>
          <a:lstStyle>
            <a:lvl1pPr algn="l">
              <a:defRPr/>
            </a:lvl1pPr>
          </a:lstStyle>
          <a:p>
            <a:fld id="{D4F53BF9-51A7-479A-9F82-F12307D0B401}" type="datetimeFigureOut">
              <a:rPr lang="en-US" smtClean="0"/>
              <a:t>10/29/2026</a:t>
            </a:fld>
            <a:endParaRPr lang="en-US"/>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10134603" y="612063"/>
            <a:ext cx="1487296" cy="478334"/>
          </a:xfrm>
          <a:solidFill>
            <a:schemeClr val="bg2"/>
          </a:solidFill>
        </p:spPr>
        <p:txBody>
          <a:bodyPr anchor="t"/>
          <a:lstStyle>
            <a:lvl1pPr algn="r">
              <a:defRPr sz="1050"/>
            </a:lvl1pPr>
          </a:lstStyle>
          <a:p>
            <a:endParaRPr lang="en-US"/>
          </a:p>
        </p:txBody>
      </p:sp>
    </p:spTree>
    <p:extLst>
      <p:ext uri="{BB962C8B-B14F-4D97-AF65-F5344CB8AC3E}">
        <p14:creationId xmlns:p14="http://schemas.microsoft.com/office/powerpoint/2010/main" val="9457479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33580"/>
            <a:ext cx="0" cy="480029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137159" y="338328"/>
            <a:ext cx="8168640" cy="4462272"/>
          </a:xfrm>
          <a:noFill/>
        </p:spPr>
        <p:txBody>
          <a:bodyPr vert="horz" lIns="91440" tIns="45720" rIns="91440" bIns="137160" rtlCol="0" anchor="t">
            <a:normAutofit/>
          </a:bodyPr>
          <a:lstStyle>
            <a:lvl1pPr>
              <a:lnSpc>
                <a:spcPct val="80000"/>
              </a:lnSpc>
              <a:defRPr lang="en-US" sz="9600" spc="-100" baseline="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8534400" y="4754729"/>
            <a:ext cx="3084441" cy="1080302"/>
          </a:xfrm>
          <a:solidFill>
            <a:schemeClr val="bg2"/>
          </a:solidFill>
        </p:spPr>
        <p:txBody>
          <a:bodyPr vert="horz" lIns="91440" tIns="45720" rIns="91440" bIns="45720" rtlCol="0" anchor="b">
            <a:normAutofit/>
          </a:bodyPr>
          <a:lstStyle>
            <a:lvl1pPr marL="0" indent="0" algn="r">
              <a:buNone/>
              <a:defRPr lang="en-US" sz="1600" cap="all" spc="100" baseline="0" dirty="0">
                <a:solidFill>
                  <a:schemeClr val="accent5"/>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144000" y="447579"/>
            <a:ext cx="2477899" cy="586001"/>
          </a:xfrm>
          <a:noFill/>
        </p:spPr>
        <p:txBody>
          <a:bodyPr/>
          <a:lstStyle>
            <a:lvl1pPr algn="r">
              <a:defRPr sz="1050"/>
            </a:lvl1pPr>
          </a:lstStyle>
          <a:p>
            <a:endParaRPr lang="en-US"/>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noFill/>
        </p:spPr>
        <p:txBody>
          <a:bodyPr/>
          <a:lstStyle/>
          <a:p>
            <a:fld id="{D4F53BF9-51A7-479A-9F82-F12307D0B401}" type="datetimeFigureOut">
              <a:rPr lang="en-US" smtClean="0"/>
              <a:t>10/29/2026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noFill/>
        </p:spPr>
        <p:txBody>
          <a:bodyPr/>
          <a:lstStyle/>
          <a:p>
            <a:fld id="{62C10C1C-6E3B-4561-AC7B-2C6D28F8D4A7}" type="slidenum">
              <a:rPr lang="en-US" smtClean="0"/>
              <a:t>‹#›</a:t>
            </a:fld>
            <a:endParaRPr lang="en-US"/>
          </a:p>
        </p:txBody>
      </p:sp>
    </p:spTree>
    <p:extLst>
      <p:ext uri="{BB962C8B-B14F-4D97-AF65-F5344CB8AC3E}">
        <p14:creationId xmlns:p14="http://schemas.microsoft.com/office/powerpoint/2010/main" val="389792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D3069F5-8FDE-3652-E906-3619BF9A5D9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B286"/>
              </a:solidFill>
            </a:endParaRPr>
          </a:p>
        </p:txBody>
      </p:sp>
      <p:cxnSp>
        <p:nvCxnSpPr>
          <p:cNvPr id="8" name="Straight Connector 7">
            <a:extLst>
              <a:ext uri="{FF2B5EF4-FFF2-40B4-BE49-F238E27FC236}">
                <a16:creationId xmlns:a16="http://schemas.microsoft.com/office/drawing/2014/main" id="{7F3E913D-4F8E-6F1A-DB89-A9E5CB7D266C}"/>
              </a:ext>
              <a:ext uri="{C183D7F6-B498-43B3-948B-1728B52AA6E4}">
                <adec:decorative xmlns:adec="http://schemas.microsoft.com/office/drawing/2017/decorative" val="1"/>
              </a:ext>
            </a:extLst>
          </p:cNvPr>
          <p:cNvCxnSpPr>
            <a:cxnSpLocks/>
          </p:cNvCxnSpPr>
          <p:nvPr/>
        </p:nvCxnSpPr>
        <p:spPr>
          <a:xfrm flipH="1">
            <a:off x="926297" y="6172185"/>
            <a:ext cx="10326757" cy="0"/>
          </a:xfrm>
          <a:prstGeom prst="line">
            <a:avLst/>
          </a:prstGeom>
          <a:ln w="12700">
            <a:solidFill>
              <a:schemeClr val="bg2">
                <a:alpha val="47000"/>
              </a:schemeClr>
            </a:solidFill>
          </a:ln>
        </p:spPr>
        <p:style>
          <a:lnRef idx="1">
            <a:schemeClr val="accent1"/>
          </a:lnRef>
          <a:fillRef idx="0">
            <a:schemeClr val="accent1"/>
          </a:fillRef>
          <a:effectRef idx="0">
            <a:schemeClr val="accent1"/>
          </a:effectRef>
          <a:fontRef idx="minor">
            <a:schemeClr val="tx1"/>
          </a:fontRef>
        </p:style>
      </p:cxnSp>
      <p:sp>
        <p:nvSpPr>
          <p:cNvPr id="9" name="Title 8">
            <a:extLst>
              <a:ext uri="{FF2B5EF4-FFF2-40B4-BE49-F238E27FC236}">
                <a16:creationId xmlns:a16="http://schemas.microsoft.com/office/drawing/2014/main" id="{15478846-46FB-2BEE-98D6-C903223E25CA}"/>
              </a:ext>
            </a:extLst>
          </p:cNvPr>
          <p:cNvSpPr>
            <a:spLocks noGrp="1"/>
          </p:cNvSpPr>
          <p:nvPr>
            <p:ph type="title" hasCustomPrompt="1"/>
          </p:nvPr>
        </p:nvSpPr>
        <p:spPr>
          <a:xfrm>
            <a:off x="128016" y="365760"/>
            <a:ext cx="11534790" cy="5525653"/>
          </a:xfrm>
          <a:noFill/>
        </p:spPr>
        <p:txBody>
          <a:bodyPr anchor="t">
            <a:normAutofit/>
          </a:bodyPr>
          <a:lstStyle>
            <a:lvl1pPr>
              <a:defRPr sz="11500" baseline="0">
                <a:ln>
                  <a:solidFill>
                    <a:schemeClr val="bg1"/>
                  </a:solidFill>
                </a:ln>
                <a:solidFill>
                  <a:schemeClr val="accent1"/>
                </a:solidFill>
              </a:defRPr>
            </a:lvl1pPr>
          </a:lstStyle>
          <a:p>
            <a:r>
              <a:rPr lang="en-US" dirty="0"/>
              <a:t>Section Header</a:t>
            </a:r>
          </a:p>
        </p:txBody>
      </p:sp>
      <p:sp>
        <p:nvSpPr>
          <p:cNvPr id="5" name="Footer Placeholder 4">
            <a:extLst>
              <a:ext uri="{FF2B5EF4-FFF2-40B4-BE49-F238E27FC236}">
                <a16:creationId xmlns:a16="http://schemas.microsoft.com/office/drawing/2014/main" id="{37A8544F-8D58-BFED-5A2B-2F718BA6F4F4}"/>
              </a:ext>
            </a:extLst>
          </p:cNvPr>
          <p:cNvSpPr>
            <a:spLocks noGrp="1"/>
          </p:cNvSpPr>
          <p:nvPr>
            <p:ph type="ftr" sz="quarter" idx="11"/>
          </p:nvPr>
        </p:nvSpPr>
        <p:spPr>
          <a:solidFill>
            <a:schemeClr val="accent1"/>
          </a:solidFill>
        </p:spPr>
        <p:txBody>
          <a:bodyPr/>
          <a:lstStyle>
            <a:lvl1pPr>
              <a:defRPr>
                <a:solidFill>
                  <a:schemeClr val="bg1"/>
                </a:solidFill>
              </a:defRPr>
            </a:lvl1pPr>
          </a:lstStyle>
          <a:p>
            <a:endParaRPr lang="en-US"/>
          </a:p>
        </p:txBody>
      </p:sp>
      <p:sp>
        <p:nvSpPr>
          <p:cNvPr id="4" name="Date Placeholder 3">
            <a:extLst>
              <a:ext uri="{FF2B5EF4-FFF2-40B4-BE49-F238E27FC236}">
                <a16:creationId xmlns:a16="http://schemas.microsoft.com/office/drawing/2014/main" id="{AB70139D-4890-4E0D-B3FD-098A02AB4ADF}"/>
              </a:ext>
            </a:extLst>
          </p:cNvPr>
          <p:cNvSpPr>
            <a:spLocks noGrp="1"/>
          </p:cNvSpPr>
          <p:nvPr>
            <p:ph type="dt" sz="half" idx="10"/>
          </p:nvPr>
        </p:nvSpPr>
        <p:spPr>
          <a:solidFill>
            <a:schemeClr val="accent1"/>
          </a:solidFill>
        </p:spPr>
        <p:txBody>
          <a:bodyPr/>
          <a:lstStyle>
            <a:lvl1pPr>
              <a:defRPr>
                <a:solidFill>
                  <a:schemeClr val="bg1"/>
                </a:solidFill>
              </a:defRPr>
            </a:lvl1pPr>
          </a:lstStyle>
          <a:p>
            <a:fld id="{D4F53BF9-51A7-479A-9F82-F12307D0B401}" type="datetimeFigureOut">
              <a:rPr lang="en-US" smtClean="0"/>
              <a:t>10/29/2026</a:t>
            </a:fld>
            <a:endParaRPr lang="en-US"/>
          </a:p>
        </p:txBody>
      </p:sp>
      <p:sp>
        <p:nvSpPr>
          <p:cNvPr id="6" name="Slide Number Placeholder 5">
            <a:extLst>
              <a:ext uri="{FF2B5EF4-FFF2-40B4-BE49-F238E27FC236}">
                <a16:creationId xmlns:a16="http://schemas.microsoft.com/office/drawing/2014/main" id="{BA1CD1DB-3989-A34F-B5F7-DF66E018CF83}"/>
              </a:ext>
            </a:extLst>
          </p:cNvPr>
          <p:cNvSpPr>
            <a:spLocks noGrp="1"/>
          </p:cNvSpPr>
          <p:nvPr>
            <p:ph type="sldNum" sz="quarter" idx="12"/>
          </p:nvPr>
        </p:nvSpPr>
        <p:spPr>
          <a:solidFill>
            <a:schemeClr val="accent1"/>
          </a:solidFill>
        </p:spPr>
        <p:txBody>
          <a:bodyPr/>
          <a:lstStyle>
            <a:lvl1pPr>
              <a:defRPr>
                <a:solidFill>
                  <a:schemeClr val="bg1"/>
                </a:solidFill>
              </a:defRPr>
            </a:lvl1pPr>
          </a:lstStyle>
          <a:p>
            <a:fld id="{62C10C1C-6E3B-4561-AC7B-2C6D28F8D4A7}" type="slidenum">
              <a:rPr lang="en-US" smtClean="0"/>
              <a:t>‹#›</a:t>
            </a:fld>
            <a:endParaRPr lang="en-US"/>
          </a:p>
        </p:txBody>
      </p:sp>
    </p:spTree>
    <p:extLst>
      <p:ext uri="{BB962C8B-B14F-4D97-AF65-F5344CB8AC3E}">
        <p14:creationId xmlns:p14="http://schemas.microsoft.com/office/powerpoint/2010/main" val="2010379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H="1">
            <a:off x="1321906" y="685800"/>
            <a:ext cx="10184294" cy="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4724403" y="2043904"/>
            <a:ext cx="7467597" cy="48140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rot="16200000">
            <a:off x="-1406175" y="2720396"/>
            <a:ext cx="5645423" cy="2494309"/>
          </a:xfrm>
          <a:solidFill>
            <a:schemeClr val="bg2">
              <a:lumMod val="90000"/>
            </a:schemeClr>
          </a:solidFill>
        </p:spPr>
        <p:txBody>
          <a:bodyPr vert="horz" lIns="91440" tIns="45720" rIns="91440" bIns="137160" rtlCol="0" anchor="t">
            <a:normAutofit/>
          </a:bodyPr>
          <a:lstStyle>
            <a:lvl1pPr>
              <a:defRPr lang="en-US" sz="12000" dirty="0">
                <a:solidFill>
                  <a:schemeClr val="accent2"/>
                </a:solidFill>
              </a:defRPr>
            </a:lvl1pPr>
          </a:lstStyle>
          <a:p>
            <a:pPr lvl="0"/>
            <a:r>
              <a:rPr lang="en-US" dirty="0"/>
              <a:t>Agenda</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586410" y="569843"/>
            <a:ext cx="1470992" cy="541698"/>
          </a:xfrm>
          <a:solidFill>
            <a:schemeClr val="bg2">
              <a:lumMod val="90000"/>
            </a:schemeClr>
          </a:solidFill>
        </p:spPr>
        <p:txBody>
          <a:bodyPr anchor="t"/>
          <a:lstStyle>
            <a:lvl1pPr algn="l">
              <a:defRPr sz="1050"/>
            </a:lvl1pPr>
          </a:lstStyle>
          <a:p>
            <a:endParaRPr lang="en-US"/>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10198" y="2743202"/>
            <a:ext cx="6096001" cy="3467098"/>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413627"/>
            <a:ext cx="1256738" cy="545500"/>
          </a:xfrm>
          <a:solidFill>
            <a:schemeClr val="bg2">
              <a:lumMod val="90000"/>
            </a:schemeClr>
          </a:solidFill>
        </p:spPr>
        <p:txBody>
          <a:bodyPr/>
          <a:lstStyle/>
          <a:p>
            <a:fld id="{D4F53BF9-51A7-479A-9F82-F12307D0B401}" type="datetimeFigureOut">
              <a:rPr lang="en-US" smtClean="0"/>
              <a:t>10/29/2026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413627"/>
            <a:ext cx="429372" cy="545500"/>
          </a:xfrm>
          <a:solidFill>
            <a:schemeClr val="bg2">
              <a:lumMod val="90000"/>
            </a:schemeClr>
          </a:solidFill>
        </p:spPr>
        <p:txBody>
          <a:bodyPr/>
          <a:lstStyle/>
          <a:p>
            <a:fld id="{62C10C1C-6E3B-4561-AC7B-2C6D28F8D4A7}" type="slidenum">
              <a:rPr lang="en-US" smtClean="0"/>
              <a:t>‹#›</a:t>
            </a:fld>
            <a:endParaRPr lang="en-US"/>
          </a:p>
        </p:txBody>
      </p:sp>
    </p:spTree>
    <p:extLst>
      <p:ext uri="{BB962C8B-B14F-4D97-AF65-F5344CB8AC3E}">
        <p14:creationId xmlns:p14="http://schemas.microsoft.com/office/powerpoint/2010/main" val="1523634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1371603" y="3415504"/>
            <a:ext cx="10820397" cy="3442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V="1">
            <a:off x="11506200" y="1113182"/>
            <a:ext cx="0" cy="170401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46306" y="182880"/>
            <a:ext cx="7930892" cy="2238587"/>
          </a:xfrm>
          <a:noFill/>
        </p:spPr>
        <p:txBody>
          <a:bodyPr anchor="t">
            <a:normAutofit/>
          </a:bodyPr>
          <a:lstStyle>
            <a:lvl1pPr>
              <a:defRPr sz="12000" spc="-50" baseline="0">
                <a:solidFill>
                  <a:schemeClr val="accent2"/>
                </a:solidFill>
              </a:defRPr>
            </a:lvl1pPr>
          </a:lstStyle>
          <a:p>
            <a:r>
              <a:rPr lang="en-US" dirty="0"/>
              <a:t>Agenda</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1804946" y="3840480"/>
            <a:ext cx="6543924" cy="2536466"/>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10134611" y="612381"/>
            <a:ext cx="1484228" cy="479352"/>
          </a:xfrm>
          <a:noFill/>
        </p:spPr>
        <p:txBody>
          <a:bodyPr anchor="t"/>
          <a:lstStyle>
            <a:lvl1pPr algn="r">
              <a:defRPr sz="1050"/>
            </a:lvl1p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33512" y="2756699"/>
            <a:ext cx="1256738" cy="423823"/>
          </a:xfrm>
          <a:solidFill>
            <a:schemeClr val="bg2">
              <a:lumMod val="90000"/>
            </a:schemeClr>
          </a:solidFill>
        </p:spPr>
        <p:txBody>
          <a:bodyPr anchor="ctr"/>
          <a:lstStyle>
            <a:lvl1pPr algn="r">
              <a:defRPr/>
            </a:lvl1pPr>
          </a:lstStyle>
          <a:p>
            <a:fld id="{D4F53BF9-51A7-479A-9F82-F12307D0B401}" type="datetimeFigureOut">
              <a:rPr lang="en-US" smtClean="0"/>
              <a:t>10/29/2026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10544" y="2756699"/>
            <a:ext cx="429372" cy="423823"/>
          </a:xfrm>
          <a:solidFill>
            <a:schemeClr val="bg2">
              <a:lumMod val="90000"/>
            </a:schemeClr>
          </a:solidFill>
        </p:spPr>
        <p:txBody>
          <a:bodyPr/>
          <a:lstStyle/>
          <a:p>
            <a:fld id="{62C10C1C-6E3B-4561-AC7B-2C6D28F8D4A7}" type="slidenum">
              <a:rPr lang="en-US" smtClean="0"/>
              <a:t>‹#›</a:t>
            </a:fld>
            <a:endParaRPr lang="en-US"/>
          </a:p>
        </p:txBody>
      </p:sp>
      <p:sp>
        <p:nvSpPr>
          <p:cNvPr id="14" name="Picture Placeholder 13">
            <a:extLst>
              <a:ext uri="{FF2B5EF4-FFF2-40B4-BE49-F238E27FC236}">
                <a16:creationId xmlns:a16="http://schemas.microsoft.com/office/drawing/2014/main" id="{1DA62460-475C-38E7-135D-916B98438D09}"/>
              </a:ext>
            </a:extLst>
          </p:cNvPr>
          <p:cNvSpPr>
            <a:spLocks noGrp="1"/>
          </p:cNvSpPr>
          <p:nvPr>
            <p:ph type="pic" sz="quarter" idx="13" hasCustomPrompt="1"/>
          </p:nvPr>
        </p:nvSpPr>
        <p:spPr>
          <a:xfrm>
            <a:off x="8763000" y="3415504"/>
            <a:ext cx="3429000" cy="3442496"/>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197810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371601" y="2057399"/>
            <a:ext cx="3429000" cy="1868557"/>
          </a:xfrm>
          <a:noFill/>
        </p:spPr>
        <p:txBody>
          <a:bodyPr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86400" y="2057401"/>
            <a:ext cx="4648200"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D4F53BF9-51A7-479A-9F82-F12307D0B401}" type="datetimeFigureOut">
              <a:rPr lang="en-US" smtClean="0"/>
              <a:t>10/29/2026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62C10C1C-6E3B-4561-AC7B-2C6D28F8D4A7}" type="slidenum">
              <a:rPr lang="en-US" smtClean="0"/>
              <a:t>‹#›</a:t>
            </a:fld>
            <a:endParaRPr lang="en-US"/>
          </a:p>
        </p:txBody>
      </p:sp>
    </p:spTree>
    <p:extLst>
      <p:ext uri="{BB962C8B-B14F-4D97-AF65-F5344CB8AC3E}">
        <p14:creationId xmlns:p14="http://schemas.microsoft.com/office/powerpoint/2010/main" val="4193714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31915"/>
            <a:ext cx="3968496" cy="1494845"/>
          </a:xfrm>
          <a:noFill/>
        </p:spPr>
        <p:txBody>
          <a:bodyPr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090020" y="1001865"/>
            <a:ext cx="6416180" cy="46833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7"/>
            <a:ext cx="1179576" cy="365125"/>
          </a:xfrm>
        </p:spPr>
        <p:txBody>
          <a:bodyPr/>
          <a:lstStyle/>
          <a:p>
            <a:fld id="{D4F53BF9-51A7-479A-9F82-F12307D0B401}" type="datetimeFigureOut">
              <a:rPr lang="en-US" smtClean="0"/>
              <a:t>10/29/2026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62C10C1C-6E3B-4561-AC7B-2C6D28F8D4A7}" type="slidenum">
              <a:rPr lang="en-US" smtClean="0"/>
              <a:t>‹#›</a:t>
            </a:fld>
            <a:endParaRPr lang="en-US"/>
          </a:p>
        </p:txBody>
      </p:sp>
    </p:spTree>
    <p:extLst>
      <p:ext uri="{BB962C8B-B14F-4D97-AF65-F5344CB8AC3E}">
        <p14:creationId xmlns:p14="http://schemas.microsoft.com/office/powerpoint/2010/main" val="2764063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3124200" cy="68580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2438400" y="0"/>
            <a:ext cx="7391400" cy="1207008"/>
          </a:xfrm>
        </p:spPr>
        <p:txBody>
          <a:bodyPr lIns="137160" tIns="137160" bIns="91440" anchor="b"/>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3733800" y="1367622"/>
            <a:ext cx="7929006" cy="44775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BB460515-4779-2CA9-5335-1F4AD158B79D}"/>
              </a:ext>
              <a:ext uri="{C183D7F6-B498-43B3-948B-1728B52AA6E4}">
                <adec:decorative xmlns:adec="http://schemas.microsoft.com/office/drawing/2017/decorative" val="1"/>
              </a:ext>
            </a:extLst>
          </p:cNvPr>
          <p:cNvCxnSpPr>
            <a:cxnSpLocks/>
          </p:cNvCxnSpPr>
          <p:nvPr/>
        </p:nvCxnSpPr>
        <p:spPr>
          <a:xfrm>
            <a:off x="3810000" y="6210300"/>
            <a:ext cx="7696200"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3657601" y="6029868"/>
            <a:ext cx="2024542" cy="365125"/>
          </a:xfrm>
        </p:spPr>
        <p:txBody>
          <a:body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D4F53BF9-51A7-479A-9F82-F12307D0B401}" type="datetimeFigureOut">
              <a:rPr lang="en-US" smtClean="0"/>
              <a:t>10/29/2026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62C10C1C-6E3B-4561-AC7B-2C6D28F8D4A7}" type="slidenum">
              <a:rPr lang="en-US" smtClean="0"/>
              <a:t>‹#›</a:t>
            </a:fld>
            <a:endParaRPr lang="en-US"/>
          </a:p>
        </p:txBody>
      </p:sp>
    </p:spTree>
    <p:extLst>
      <p:ext uri="{BB962C8B-B14F-4D97-AF65-F5344CB8AC3E}">
        <p14:creationId xmlns:p14="http://schemas.microsoft.com/office/powerpoint/2010/main" val="22767629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5486400" cy="55626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5063318" y="0"/>
            <a:ext cx="4385481" cy="1796124"/>
          </a:xfrm>
        </p:spPr>
        <p:txBody>
          <a:bodyPr lIns="137160"/>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5056" y="1965281"/>
            <a:ext cx="4859992" cy="3732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D4F53BF9-51A7-479A-9F82-F12307D0B401}" type="datetimeFigureOut">
              <a:rPr lang="en-US" smtClean="0"/>
              <a:t>10/29/2026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62C10C1C-6E3B-4561-AC7B-2C6D28F8D4A7}" type="slidenum">
              <a:rPr lang="en-US" smtClean="0"/>
              <a:t>‹#›</a:t>
            </a:fld>
            <a:endParaRPr lang="en-US"/>
          </a:p>
        </p:txBody>
      </p:sp>
    </p:spTree>
    <p:extLst>
      <p:ext uri="{BB962C8B-B14F-4D97-AF65-F5344CB8AC3E}">
        <p14:creationId xmlns:p14="http://schemas.microsoft.com/office/powerpoint/2010/main" val="12521571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99475"/>
            <a:ext cx="3625442" cy="1474692"/>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2124222"/>
            <a:ext cx="3567404" cy="34887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4800601" y="0"/>
            <a:ext cx="7391400" cy="5562600"/>
          </a:xfrm>
          <a:blipFill>
            <a:blip r:embed="rId2">
              <a:alphaModFix amt="7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D4F53BF9-51A7-479A-9F82-F12307D0B401}" type="datetimeFigureOut">
              <a:rPr lang="en-US" smtClean="0"/>
              <a:t>10/29/2026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62C10C1C-6E3B-4561-AC7B-2C6D28F8D4A7}" type="slidenum">
              <a:rPr lang="en-US" smtClean="0"/>
              <a:t>‹#›</a:t>
            </a:fld>
            <a:endParaRPr lang="en-US"/>
          </a:p>
        </p:txBody>
      </p:sp>
    </p:spTree>
    <p:extLst>
      <p:ext uri="{BB962C8B-B14F-4D97-AF65-F5344CB8AC3E}">
        <p14:creationId xmlns:p14="http://schemas.microsoft.com/office/powerpoint/2010/main" val="23074884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30047"/>
            <a:ext cx="4939005" cy="1166270"/>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1746792"/>
            <a:ext cx="5776896" cy="3969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7391400" y="0"/>
            <a:ext cx="4800600" cy="5562600"/>
          </a:xfrm>
          <a:blipFill>
            <a:blip r:embed="rId2">
              <a:alphaModFix amt="7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D4F53BF9-51A7-479A-9F82-F12307D0B401}" type="datetimeFigureOut">
              <a:rPr lang="en-US" smtClean="0"/>
              <a:t>10/29/2026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62C10C1C-6E3B-4561-AC7B-2C6D28F8D4A7}" type="slidenum">
              <a:rPr lang="en-US" smtClean="0"/>
              <a:t>‹#›</a:t>
            </a:fld>
            <a:endParaRPr lang="en-US"/>
          </a:p>
        </p:txBody>
      </p:sp>
    </p:spTree>
    <p:extLst>
      <p:ext uri="{BB962C8B-B14F-4D97-AF65-F5344CB8AC3E}">
        <p14:creationId xmlns:p14="http://schemas.microsoft.com/office/powerpoint/2010/main" val="29371803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7848600" cy="68580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7450456" y="0"/>
            <a:ext cx="4142830" cy="1978681"/>
          </a:xfrm>
        </p:spPr>
        <p:txBody>
          <a:bodyPr lIns="137160"/>
          <a:lstStyle>
            <a:lvl1pP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8442196" y="2112973"/>
            <a:ext cx="3151090" cy="3678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8439912" y="6029868"/>
            <a:ext cx="1911096" cy="365125"/>
          </a:xfrm>
          <a:noFill/>
        </p:spPr>
        <p:txBody>
          <a:body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351008" y="6029868"/>
            <a:ext cx="890077" cy="365125"/>
          </a:xfrm>
          <a:noFill/>
        </p:spPr>
        <p:txBody>
          <a:bodyPr/>
          <a:lstStyle/>
          <a:p>
            <a:fld id="{D4F53BF9-51A7-479A-9F82-F12307D0B401}" type="datetimeFigureOut">
              <a:rPr lang="en-US" smtClean="0"/>
              <a:t>10/29/2026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62C10C1C-6E3B-4561-AC7B-2C6D28F8D4A7}" type="slidenum">
              <a:rPr lang="en-US" smtClean="0"/>
              <a:t>‹#›</a:t>
            </a:fld>
            <a:endParaRPr lang="en-US"/>
          </a:p>
        </p:txBody>
      </p:sp>
    </p:spTree>
    <p:extLst>
      <p:ext uri="{BB962C8B-B14F-4D97-AF65-F5344CB8AC3E}">
        <p14:creationId xmlns:p14="http://schemas.microsoft.com/office/powerpoint/2010/main" val="33039158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EEB1BA68-9980-8CBB-7BAF-A1D760EB21EC}"/>
              </a:ext>
            </a:extLst>
          </p:cNvPr>
          <p:cNvSpPr>
            <a:spLocks noGrp="1"/>
          </p:cNvSpPr>
          <p:nvPr>
            <p:ph type="pic" sz="quarter" idx="13" hasCustomPrompt="1"/>
          </p:nvPr>
        </p:nvSpPr>
        <p:spPr>
          <a:xfrm>
            <a:off x="0" y="1"/>
            <a:ext cx="12192000" cy="6858000"/>
          </a:xfrm>
          <a:custGeom>
            <a:avLst/>
            <a:gdLst>
              <a:gd name="connsiteX0" fmla="*/ 480060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5562599 h 6858000"/>
              <a:gd name="connsiteX5" fmla="*/ 4800600 w 12192000"/>
              <a:gd name="connsiteY5" fmla="*/ 55625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4800600" y="0"/>
                </a:moveTo>
                <a:lnTo>
                  <a:pt x="12192000" y="0"/>
                </a:lnTo>
                <a:lnTo>
                  <a:pt x="12192000" y="6858000"/>
                </a:lnTo>
                <a:lnTo>
                  <a:pt x="0" y="6858000"/>
                </a:lnTo>
                <a:lnTo>
                  <a:pt x="0" y="5562599"/>
                </a:lnTo>
                <a:lnTo>
                  <a:pt x="4800600" y="5562599"/>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01376"/>
            <a:ext cx="3601122" cy="1362458"/>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504" y="2496848"/>
            <a:ext cx="3601122" cy="23037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3504" y="503237"/>
            <a:ext cx="1907799" cy="365125"/>
          </a:xfrm>
          <a:noFill/>
        </p:spPr>
        <p:txBody>
          <a:bodyPr/>
          <a:lstStyle>
            <a:lvl1pPr algn="l">
              <a:defRPr/>
            </a:lvl1p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603504" y="4800600"/>
            <a:ext cx="1256738" cy="365125"/>
          </a:xfrm>
          <a:noFill/>
        </p:spPr>
        <p:txBody>
          <a:bodyPr/>
          <a:lstStyle>
            <a:lvl1pPr algn="l">
              <a:defRPr/>
            </a:lvl1pPr>
          </a:lstStyle>
          <a:p>
            <a:fld id="{D4F53BF9-51A7-479A-9F82-F12307D0B401}" type="datetimeFigureOut">
              <a:rPr lang="en-US" smtClean="0"/>
              <a:t>10/29/2026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3947641" y="4800600"/>
            <a:ext cx="429372" cy="365125"/>
          </a:xfrm>
          <a:noFill/>
        </p:spPr>
        <p:txBody>
          <a:bodyPr/>
          <a:lstStyle/>
          <a:p>
            <a:fld id="{62C10C1C-6E3B-4561-AC7B-2C6D28F8D4A7}" type="slidenum">
              <a:rPr lang="en-US" smtClean="0"/>
              <a:t>‹#›</a:t>
            </a:fld>
            <a:endParaRPr lang="en-US"/>
          </a:p>
        </p:txBody>
      </p:sp>
    </p:spTree>
    <p:extLst>
      <p:ext uri="{BB962C8B-B14F-4D97-AF65-F5344CB8AC3E}">
        <p14:creationId xmlns:p14="http://schemas.microsoft.com/office/powerpoint/2010/main" val="32345283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673955"/>
            <a:ext cx="3154680" cy="1287913"/>
          </a:xfrm>
          <a:noFill/>
        </p:spPr>
        <p:txBody>
          <a:bodyPr anchor="t"/>
          <a:lstStyle>
            <a:lvl1pPr>
              <a:defRPr/>
            </a:lvl1pPr>
          </a:lstStyle>
          <a:p>
            <a:r>
              <a:rPr lang="en-US" dirty="0"/>
              <a:t>Click to Edit Master Title style</a:t>
            </a:r>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0" y="0"/>
            <a:ext cx="12191999" cy="4114800"/>
          </a:xfrm>
          <a:blipFill>
            <a:blip r:embed="rId2">
              <a:alphaModFix amt="7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114800" y="4647060"/>
            <a:ext cx="7552114" cy="1382807"/>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noFill/>
        </p:spPr>
        <p:txBody>
          <a:body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noFill/>
        </p:spPr>
        <p:txBody>
          <a:bodyPr/>
          <a:lstStyle/>
          <a:p>
            <a:fld id="{D4F53BF9-51A7-479A-9F82-F12307D0B401}" type="datetimeFigureOut">
              <a:rPr lang="en-US" smtClean="0"/>
              <a:t>10/29/2026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7542" y="6029868"/>
            <a:ext cx="429372" cy="365125"/>
          </a:xfrm>
          <a:noFill/>
        </p:spPr>
        <p:txBody>
          <a:bodyPr/>
          <a:lstStyle/>
          <a:p>
            <a:fld id="{62C10C1C-6E3B-4561-AC7B-2C6D28F8D4A7}" type="slidenum">
              <a:rPr lang="en-US" smtClean="0"/>
              <a:t>‹#›</a:t>
            </a:fld>
            <a:endParaRPr lang="en-US"/>
          </a:p>
        </p:txBody>
      </p:sp>
    </p:spTree>
    <p:extLst>
      <p:ext uri="{BB962C8B-B14F-4D97-AF65-F5344CB8AC3E}">
        <p14:creationId xmlns:p14="http://schemas.microsoft.com/office/powerpoint/2010/main" val="42282482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3505" y="337062"/>
            <a:ext cx="6787898" cy="845931"/>
          </a:xfrm>
        </p:spPr>
        <p:txBody>
          <a:bodyPr tIns="91440" bIns="91440"/>
          <a:lstStyle>
            <a:lvl1pP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05468" y="637706"/>
            <a:ext cx="1907799" cy="365125"/>
          </a:xfrm>
        </p:spPr>
        <p:txBody>
          <a:bodyPr anchor="t"/>
          <a:lstStyle>
            <a:lvl1pPr algn="r">
              <a:defRPr/>
            </a:lvl1pPr>
          </a:lstStyle>
          <a:p>
            <a:endParaRPr lang="en-US"/>
          </a:p>
        </p:txBody>
      </p:sp>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1371600"/>
            <a:ext cx="7391402" cy="5486400"/>
          </a:xfrm>
          <a:blipFill>
            <a:blip r:embed="rId2">
              <a:alphaModFix amt="7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966163" y="1266737"/>
            <a:ext cx="2894795" cy="47631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D4F53BF9-51A7-479A-9F82-F12307D0B401}" type="datetimeFigureOut">
              <a:rPr lang="en-US" smtClean="0"/>
              <a:t>10/29/2026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62C10C1C-6E3B-4561-AC7B-2C6D28F8D4A7}" type="slidenum">
              <a:rPr lang="en-US" smtClean="0"/>
              <a:t>‹#›</a:t>
            </a:fld>
            <a:endParaRPr lang="en-US"/>
          </a:p>
        </p:txBody>
      </p:sp>
      <p:cxnSp>
        <p:nvCxnSpPr>
          <p:cNvPr id="12" name="Straight Connector 11">
            <a:extLst>
              <a:ext uri="{FF2B5EF4-FFF2-40B4-BE49-F238E27FC236}">
                <a16:creationId xmlns:a16="http://schemas.microsoft.com/office/drawing/2014/main" id="{DF397562-DA4B-EE6B-8F6C-1CE4F33EBED1}"/>
              </a:ext>
              <a:ext uri="{C183D7F6-B498-43B3-948B-1728B52AA6E4}">
                <adec:decorative xmlns:adec="http://schemas.microsoft.com/office/drawing/2017/decorative" val="1"/>
              </a:ext>
            </a:extLst>
          </p:cNvPr>
          <p:cNvCxnSpPr>
            <a:cxnSpLocks/>
          </p:cNvCxnSpPr>
          <p:nvPr/>
        </p:nvCxnSpPr>
        <p:spPr>
          <a:xfrm>
            <a:off x="11502704" y="1028700"/>
            <a:ext cx="0" cy="480060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81571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1"/>
            <a:ext cx="4800600" cy="4822372"/>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002085" y="4374100"/>
            <a:ext cx="3897905" cy="1380814"/>
          </a:xfrm>
        </p:spPr>
        <p:txBody>
          <a:bodyPr lIns="137160" tIns="137160"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389516" y="685800"/>
            <a:ext cx="5430884" cy="52049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2974" y="6029867"/>
            <a:ext cx="1911096" cy="365126"/>
          </a:xfrm>
          <a:solidFill>
            <a:schemeClr val="bg1"/>
          </a:solidFill>
        </p:spPr>
        <p:txBody>
          <a:bodyPr anchor="ctr"/>
          <a:lstStyle>
            <a:lvl1pPr algn="l">
              <a:defRPr/>
            </a:lvl1p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solidFill>
            <a:schemeClr val="bg1"/>
          </a:solidFill>
        </p:spPr>
        <p:txBody>
          <a:bodyPr/>
          <a:lstStyle/>
          <a:p>
            <a:fld id="{D4F53BF9-51A7-479A-9F82-F12307D0B401}" type="datetimeFigureOut">
              <a:rPr lang="en-US" smtClean="0"/>
              <a:t>10/29/2026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62C10C1C-6E3B-4561-AC7B-2C6D28F8D4A7}" type="slidenum">
              <a:rPr lang="en-US" smtClean="0"/>
              <a:t>‹#›</a:t>
            </a:fld>
            <a:endParaRPr lang="en-US"/>
          </a:p>
        </p:txBody>
      </p:sp>
    </p:spTree>
    <p:extLst>
      <p:ext uri="{BB962C8B-B14F-4D97-AF65-F5344CB8AC3E}">
        <p14:creationId xmlns:p14="http://schemas.microsoft.com/office/powerpoint/2010/main" val="38752316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 preserve="1">
  <p:cSld name="Number Lar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4800599" y="5149121"/>
            <a:ext cx="6861107" cy="842527"/>
          </a:xfrm>
          <a:noFill/>
        </p:spPr>
        <p:txBody>
          <a:bodyPr anchor="t"/>
          <a:lstStyle>
            <a:lvl1pPr algn="r">
              <a:defRPr b="0" cap="all" baseline="0">
                <a:solidFill>
                  <a:schemeClr val="accent1"/>
                </a:solidFill>
                <a:effectLst/>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6" y="120765"/>
            <a:ext cx="10723000" cy="4260404"/>
          </a:xfrm>
        </p:spPr>
        <p:txBody>
          <a:bodyPr lIns="0" tIns="0" rIns="0" bIns="0" anchor="b">
            <a:normAutofit/>
          </a:bodyPr>
          <a:lstStyle>
            <a:lvl1pPr marL="0" indent="0">
              <a:buNone/>
              <a:defRPr sz="28000" spc="-200" baseline="0">
                <a:solidFill>
                  <a:schemeClr val="accent3"/>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867"/>
            <a:ext cx="2137769" cy="365125"/>
          </a:xfrm>
          <a:noFill/>
        </p:spPr>
        <p:txBody>
          <a:bodyPr/>
          <a:lstStyle>
            <a:lvl1pPr>
              <a:defRPr b="0">
                <a:solidFill>
                  <a:schemeClr val="tx2"/>
                </a:solidFill>
              </a:defRPr>
            </a:lvl1p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tx2"/>
                </a:solidFill>
              </a:defRPr>
            </a:lvl1pPr>
          </a:lstStyle>
          <a:p>
            <a:fld id="{D4F53BF9-51A7-479A-9F82-F12307D0B401}" type="datetimeFigureOut">
              <a:rPr lang="en-US" smtClean="0"/>
              <a:t>10/29/2026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tx2"/>
                </a:solidFill>
              </a:defRPr>
            </a:lvl1pPr>
          </a:lstStyle>
          <a:p>
            <a:fld id="{62C10C1C-6E3B-4561-AC7B-2C6D28F8D4A7}" type="slidenum">
              <a:rPr lang="en-US" smtClean="0"/>
              <a:t>‹#›</a:t>
            </a:fld>
            <a:endParaRPr lang="en-US"/>
          </a:p>
        </p:txBody>
      </p:sp>
      <p:cxnSp>
        <p:nvCxnSpPr>
          <p:cNvPr id="9" name="Straight Connector 8">
            <a:extLst>
              <a:ext uri="{FF2B5EF4-FFF2-40B4-BE49-F238E27FC236}">
                <a16:creationId xmlns:a16="http://schemas.microsoft.com/office/drawing/2014/main" id="{838393CD-94B6-EC8A-E14F-A09689A25C51}"/>
              </a:ext>
              <a:ext uri="{C183D7F6-B498-43B3-948B-1728B52AA6E4}">
                <adec:decorative xmlns:adec="http://schemas.microsoft.com/office/drawing/2017/decorative" val="1"/>
              </a:ext>
            </a:extLst>
          </p:cNvPr>
          <p:cNvCxnSpPr>
            <a:cxnSpLocks/>
          </p:cNvCxnSpPr>
          <p:nvPr/>
        </p:nvCxnSpPr>
        <p:spPr>
          <a:xfrm>
            <a:off x="11503594" y="675861"/>
            <a:ext cx="0" cy="4184295"/>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89669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 preserve="1">
  <p:cSld name="Statem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2">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1649896"/>
            <a:ext cx="10169921" cy="4949687"/>
          </a:xfrm>
        </p:spPr>
        <p:txBody>
          <a:bodyPr anchor="b">
            <a:normAutofit/>
          </a:bodyPr>
          <a:lstStyle>
            <a:lvl1pPr marL="0" indent="0">
              <a:lnSpc>
                <a:spcPct val="80000"/>
              </a:lnSpc>
              <a:spcBef>
                <a:spcPts val="0"/>
              </a:spcBef>
              <a:buNone/>
              <a:defRPr sz="7200" cap="all" spc="-100" baseline="0">
                <a:solidFill>
                  <a:schemeClr val="accent1"/>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dirty="0"/>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85800"/>
            <a:ext cx="10326757" cy="0"/>
          </a:xfrm>
          <a:prstGeom prst="line">
            <a:avLst/>
          </a:prstGeom>
          <a:ln w="12700">
            <a:solidFill>
              <a:schemeClr val="bg1">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501227"/>
            <a:ext cx="1907799" cy="365125"/>
          </a:xfrm>
          <a:solidFill>
            <a:schemeClr val="accent2">
              <a:lumMod val="60000"/>
              <a:lumOff val="40000"/>
            </a:schemeClr>
          </a:solidFill>
        </p:spPr>
        <p:txBody>
          <a:bodyPr/>
          <a:lstStyle>
            <a:lvl1pPr>
              <a:defRPr b="0" spc="0">
                <a:solidFill>
                  <a:schemeClr val="bg1"/>
                </a:solidFill>
              </a:defRPr>
            </a:lvl1p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501227"/>
            <a:ext cx="1256738" cy="365125"/>
          </a:xfrm>
          <a:solidFill>
            <a:schemeClr val="accent2">
              <a:lumMod val="60000"/>
              <a:lumOff val="40000"/>
            </a:schemeClr>
          </a:solidFill>
        </p:spPr>
        <p:txBody>
          <a:bodyPr/>
          <a:lstStyle>
            <a:lvl1pPr>
              <a:defRPr>
                <a:solidFill>
                  <a:schemeClr val="bg1"/>
                </a:solidFill>
              </a:defRPr>
            </a:lvl1pPr>
          </a:lstStyle>
          <a:p>
            <a:fld id="{D4F53BF9-51A7-479A-9F82-F12307D0B401}" type="datetimeFigureOut">
              <a:rPr lang="en-US" smtClean="0"/>
              <a:t>10/29/2026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501227"/>
            <a:ext cx="429372" cy="365125"/>
          </a:xfrm>
          <a:solidFill>
            <a:schemeClr val="accent2">
              <a:lumMod val="60000"/>
              <a:lumOff val="40000"/>
            </a:schemeClr>
          </a:solidFill>
        </p:spPr>
        <p:txBody>
          <a:bodyPr/>
          <a:lstStyle>
            <a:lvl1pPr>
              <a:defRPr>
                <a:solidFill>
                  <a:schemeClr val="bg1"/>
                </a:solidFill>
              </a:defRPr>
            </a:lvl1pPr>
          </a:lstStyle>
          <a:p>
            <a:fld id="{62C10C1C-6E3B-4561-AC7B-2C6D28F8D4A7}" type="slidenum">
              <a:rPr lang="en-US" smtClean="0"/>
              <a:t>‹#›</a:t>
            </a:fld>
            <a:endParaRPr lang="en-US"/>
          </a:p>
        </p:txBody>
      </p:sp>
    </p:spTree>
    <p:extLst>
      <p:ext uri="{BB962C8B-B14F-4D97-AF65-F5344CB8AC3E}">
        <p14:creationId xmlns:p14="http://schemas.microsoft.com/office/powerpoint/2010/main" val="15900402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0" y="0"/>
            <a:ext cx="12191999" cy="6858001"/>
          </a:xfrm>
          <a:prstGeom prst="rect">
            <a:avLst/>
          </a:prstGeom>
          <a:solidFill>
            <a:schemeClr val="accent3">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358D5F78-0179-D9C3-74D3-62CE152FFECE}"/>
              </a:ext>
              <a:ext uri="{C183D7F6-B498-43B3-948B-1728B52AA6E4}">
                <adec:decorative xmlns:adec="http://schemas.microsoft.com/office/drawing/2017/decorative" val="1"/>
              </a:ext>
            </a:extLst>
          </p:cNvPr>
          <p:cNvSpPr/>
          <p:nvPr/>
        </p:nvSpPr>
        <p:spPr>
          <a:xfrm>
            <a:off x="1" y="2"/>
            <a:ext cx="8763000" cy="5038338"/>
          </a:xfrm>
          <a:prstGeom prst="rect">
            <a:avLst/>
          </a:prstGeom>
          <a:solidFill>
            <a:schemeClr val="accent3">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ABB386FE-4A21-B72A-BB2B-D4FDFDC3ECA5}"/>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accent5">
                <a:alpha val="45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D4813FB1-9165-4DD7-C4C2-EAFC20602DB8}"/>
              </a:ext>
            </a:extLst>
          </p:cNvPr>
          <p:cNvSpPr>
            <a:spLocks noGrp="1"/>
          </p:cNvSpPr>
          <p:nvPr>
            <p:ph type="title" hasCustomPrompt="1"/>
          </p:nvPr>
        </p:nvSpPr>
        <p:spPr>
          <a:xfrm>
            <a:off x="4114800" y="5410203"/>
            <a:ext cx="7543800" cy="372746"/>
          </a:xfrm>
          <a:noFill/>
        </p:spPr>
        <p:txBody>
          <a:bodyPr tIns="91440" bIns="91440" anchor="ctr">
            <a:normAutofit/>
          </a:bodyPr>
          <a:lstStyle>
            <a:lvl1pPr algn="r">
              <a:defRPr sz="2000">
                <a:solidFill>
                  <a:schemeClr val="accent1"/>
                </a:solidFill>
              </a:defRPr>
            </a:lvl1pPr>
          </a:lstStyle>
          <a:p>
            <a:r>
              <a:rPr lang="en-US" dirty="0"/>
              <a:t>Quote Author</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603504" y="725556"/>
            <a:ext cx="8845296" cy="3656168"/>
          </a:xfrm>
        </p:spPr>
        <p:txBody>
          <a:bodyPr>
            <a:normAutofit/>
          </a:bodyPr>
          <a:lstStyle>
            <a:lvl1pPr marL="228600" indent="-228600">
              <a:lnSpc>
                <a:spcPct val="85000"/>
              </a:lnSpc>
              <a:spcBef>
                <a:spcPts val="0"/>
              </a:spcBef>
              <a:buNone/>
              <a:defRPr sz="5800" b="0" cap="all" spc="0" baseline="0">
                <a:solidFill>
                  <a:schemeClr val="accent5"/>
                </a:solidFill>
                <a:latin typeface="+mj-lt"/>
              </a:defRPr>
            </a:lvl1pPr>
          </a:lstStyle>
          <a:p>
            <a:pPr lvl="0"/>
            <a:r>
              <a:rPr lang="en-US" dirty="0"/>
              <a:t>Click to edit quote</a:t>
            </a:r>
          </a:p>
        </p:txBody>
      </p:sp>
      <p:sp>
        <p:nvSpPr>
          <p:cNvPr id="10" name="Footer Placeholder 9">
            <a:extLst>
              <a:ext uri="{FF2B5EF4-FFF2-40B4-BE49-F238E27FC236}">
                <a16:creationId xmlns:a16="http://schemas.microsoft.com/office/drawing/2014/main" id="{94F49A81-8721-B846-5567-52769C04D66C}"/>
              </a:ext>
            </a:extLst>
          </p:cNvPr>
          <p:cNvSpPr>
            <a:spLocks noGrp="1"/>
          </p:cNvSpPr>
          <p:nvPr>
            <p:ph type="ftr" sz="quarter" idx="11"/>
          </p:nvPr>
        </p:nvSpPr>
        <p:spPr>
          <a:xfrm>
            <a:off x="605430" y="6029868"/>
            <a:ext cx="1911096" cy="365125"/>
          </a:xfrm>
          <a:solidFill>
            <a:schemeClr val="accent3">
              <a:lumMod val="60000"/>
              <a:lumOff val="40000"/>
            </a:schemeClr>
          </a:solidFill>
        </p:spPr>
        <p:txBody>
          <a:bodyPr/>
          <a:lstStyle>
            <a:lvl1pPr>
              <a:defRPr b="0">
                <a:solidFill>
                  <a:schemeClr val="accent5"/>
                </a:solidFill>
                <a:latin typeface="+mn-lt"/>
              </a:defRPr>
            </a:lvl1pPr>
          </a:lstStyle>
          <a:p>
            <a:endParaRPr lang="en-US"/>
          </a:p>
        </p:txBody>
      </p:sp>
      <p:sp>
        <p:nvSpPr>
          <p:cNvPr id="9" name="Date Placeholder 8">
            <a:extLst>
              <a:ext uri="{FF2B5EF4-FFF2-40B4-BE49-F238E27FC236}">
                <a16:creationId xmlns:a16="http://schemas.microsoft.com/office/drawing/2014/main" id="{FB3E54B7-FFB1-7BFC-0189-A17360728C52}"/>
              </a:ext>
            </a:extLst>
          </p:cNvPr>
          <p:cNvSpPr>
            <a:spLocks noGrp="1"/>
          </p:cNvSpPr>
          <p:nvPr>
            <p:ph type="dt" sz="half" idx="10"/>
          </p:nvPr>
        </p:nvSpPr>
        <p:spPr>
          <a:xfrm>
            <a:off x="9802368" y="6029868"/>
            <a:ext cx="1435608" cy="365125"/>
          </a:xfrm>
          <a:solidFill>
            <a:schemeClr val="accent3">
              <a:lumMod val="60000"/>
              <a:lumOff val="40000"/>
            </a:schemeClr>
          </a:solidFill>
        </p:spPr>
        <p:txBody>
          <a:bodyPr/>
          <a:lstStyle>
            <a:lvl1pPr>
              <a:defRPr b="0">
                <a:solidFill>
                  <a:schemeClr val="accent5"/>
                </a:solidFill>
                <a:latin typeface="+mn-lt"/>
              </a:defRPr>
            </a:lvl1pPr>
          </a:lstStyle>
          <a:p>
            <a:fld id="{D4F53BF9-51A7-479A-9F82-F12307D0B401}" type="datetimeFigureOut">
              <a:rPr lang="en-US" smtClean="0"/>
              <a:t>10/29/2026</a:t>
            </a:fld>
            <a:endParaRPr lang="en-US"/>
          </a:p>
        </p:txBody>
      </p:sp>
      <p:sp>
        <p:nvSpPr>
          <p:cNvPr id="11" name="Slide Number Placeholder 10">
            <a:extLst>
              <a:ext uri="{FF2B5EF4-FFF2-40B4-BE49-F238E27FC236}">
                <a16:creationId xmlns:a16="http://schemas.microsoft.com/office/drawing/2014/main" id="{D1DF2706-0EDF-0D3B-C01B-613E7D1BB6CC}"/>
              </a:ext>
            </a:extLst>
          </p:cNvPr>
          <p:cNvSpPr>
            <a:spLocks noGrp="1"/>
          </p:cNvSpPr>
          <p:nvPr>
            <p:ph type="sldNum" sz="quarter" idx="12"/>
          </p:nvPr>
        </p:nvSpPr>
        <p:spPr>
          <a:solidFill>
            <a:schemeClr val="accent3">
              <a:lumMod val="60000"/>
              <a:lumOff val="40000"/>
            </a:schemeClr>
          </a:solidFill>
        </p:spPr>
        <p:txBody>
          <a:bodyPr/>
          <a:lstStyle>
            <a:lvl1pPr>
              <a:defRPr b="0">
                <a:solidFill>
                  <a:schemeClr val="accent5"/>
                </a:solidFill>
                <a:latin typeface="+mn-lt"/>
              </a:defRPr>
            </a:lvl1pPr>
          </a:lstStyle>
          <a:p>
            <a:fld id="{62C10C1C-6E3B-4561-AC7B-2C6D28F8D4A7}" type="slidenum">
              <a:rPr lang="en-US" smtClean="0"/>
              <a:t>‹#›</a:t>
            </a:fld>
            <a:endParaRPr lang="en-US"/>
          </a:p>
        </p:txBody>
      </p:sp>
    </p:spTree>
    <p:extLst>
      <p:ext uri="{BB962C8B-B14F-4D97-AF65-F5344CB8AC3E}">
        <p14:creationId xmlns:p14="http://schemas.microsoft.com/office/powerpoint/2010/main" val="38616643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50773-1259-8F51-3561-DF3A80B264DE}"/>
              </a:ext>
            </a:extLst>
          </p:cNvPr>
          <p:cNvSpPr>
            <a:spLocks noGrp="1"/>
          </p:cNvSpPr>
          <p:nvPr>
            <p:ph type="title"/>
          </p:nvPr>
        </p:nvSpPr>
        <p:spPr>
          <a:xfrm>
            <a:off x="603504" y="521185"/>
            <a:ext cx="10902696" cy="1070849"/>
          </a:xfrm>
          <a:noFill/>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9C966CF-BE4B-28C8-6D17-E087E97C0E98}"/>
              </a:ext>
            </a:extLst>
          </p:cNvPr>
          <p:cNvSpPr>
            <a:spLocks noGrp="1"/>
          </p:cNvSpPr>
          <p:nvPr>
            <p:ph sz="half" idx="1"/>
          </p:nvPr>
        </p:nvSpPr>
        <p:spPr>
          <a:xfrm>
            <a:off x="605431" y="1756230"/>
            <a:ext cx="5181600" cy="40349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1559437-5037-4EE7-88FA-80C5AA0870F2}"/>
              </a:ext>
            </a:extLst>
          </p:cNvPr>
          <p:cNvSpPr>
            <a:spLocks noGrp="1"/>
          </p:cNvSpPr>
          <p:nvPr>
            <p:ph sz="half" idx="2"/>
          </p:nvPr>
        </p:nvSpPr>
        <p:spPr>
          <a:xfrm>
            <a:off x="6324600" y="1756230"/>
            <a:ext cx="5181600" cy="40349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68326746-DF44-9DEF-8471-A5E1F6CCC502}"/>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15850B58-64D5-F359-1AC8-3D57AA87BFBD}"/>
              </a:ext>
            </a:extLst>
          </p:cNvPr>
          <p:cNvSpPr>
            <a:spLocks noGrp="1"/>
          </p:cNvSpPr>
          <p:nvPr>
            <p:ph type="dt" sz="half" idx="10"/>
          </p:nvPr>
        </p:nvSpPr>
        <p:spPr/>
        <p:txBody>
          <a:bodyPr/>
          <a:lstStyle/>
          <a:p>
            <a:fld id="{D4F53BF9-51A7-479A-9F82-F12307D0B401}" type="datetimeFigureOut">
              <a:rPr lang="en-US" smtClean="0"/>
              <a:t>10/29/2026</a:t>
            </a:fld>
            <a:endParaRPr lang="en-US"/>
          </a:p>
        </p:txBody>
      </p:sp>
      <p:sp>
        <p:nvSpPr>
          <p:cNvPr id="7" name="Slide Number Placeholder 6">
            <a:extLst>
              <a:ext uri="{FF2B5EF4-FFF2-40B4-BE49-F238E27FC236}">
                <a16:creationId xmlns:a16="http://schemas.microsoft.com/office/drawing/2014/main" id="{9F6A22FA-48E7-5BF5-6432-6C7A54D7E031}"/>
              </a:ext>
            </a:extLst>
          </p:cNvPr>
          <p:cNvSpPr>
            <a:spLocks noGrp="1"/>
          </p:cNvSpPr>
          <p:nvPr>
            <p:ph type="sldNum" sz="quarter" idx="12"/>
          </p:nvPr>
        </p:nvSpPr>
        <p:spPr/>
        <p:txBody>
          <a:bodyPr/>
          <a:lstStyle/>
          <a:p>
            <a:fld id="{62C10C1C-6E3B-4561-AC7B-2C6D28F8D4A7}" type="slidenum">
              <a:rPr lang="en-US" smtClean="0"/>
              <a:t>‹#›</a:t>
            </a:fld>
            <a:endParaRPr lang="en-US"/>
          </a:p>
        </p:txBody>
      </p:sp>
    </p:spTree>
    <p:extLst>
      <p:ext uri="{BB962C8B-B14F-4D97-AF65-F5344CB8AC3E}">
        <p14:creationId xmlns:p14="http://schemas.microsoft.com/office/powerpoint/2010/main" val="19626978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D8D87-72DE-A210-5C2D-570A1B01D41E}"/>
              </a:ext>
            </a:extLst>
          </p:cNvPr>
          <p:cNvSpPr>
            <a:spLocks noGrp="1"/>
          </p:cNvSpPr>
          <p:nvPr>
            <p:ph type="title"/>
          </p:nvPr>
        </p:nvSpPr>
        <p:spPr>
          <a:xfrm>
            <a:off x="603504" y="521206"/>
            <a:ext cx="10899648" cy="1069848"/>
          </a:xfrm>
          <a:noFill/>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73932A9-21A4-5A57-9D72-8C46993E6B11}"/>
              </a:ext>
            </a:extLst>
          </p:cNvPr>
          <p:cNvSpPr>
            <a:spLocks noGrp="1"/>
          </p:cNvSpPr>
          <p:nvPr>
            <p:ph type="body" idx="1"/>
          </p:nvPr>
        </p:nvSpPr>
        <p:spPr>
          <a:xfrm>
            <a:off x="605431" y="1631076"/>
            <a:ext cx="5157787" cy="709394"/>
          </a:xfrm>
        </p:spPr>
        <p:txBody>
          <a:bodyPr anchor="b">
            <a:normAutofit/>
          </a:bodyPr>
          <a:lstStyle>
            <a:lvl1pPr marL="0" indent="0">
              <a:buNone/>
              <a:defRPr sz="1800" b="1" cap="all" spc="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83D4B4-A366-E12D-19BB-C17B71466184}"/>
              </a:ext>
            </a:extLst>
          </p:cNvPr>
          <p:cNvSpPr>
            <a:spLocks noGrp="1"/>
          </p:cNvSpPr>
          <p:nvPr>
            <p:ph sz="half" idx="2"/>
          </p:nvPr>
        </p:nvSpPr>
        <p:spPr>
          <a:xfrm>
            <a:off x="605431" y="2372146"/>
            <a:ext cx="5157787" cy="34952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BC06DAAF-1A05-D83C-70C1-CEADA4EB7389}"/>
              </a:ext>
            </a:extLst>
          </p:cNvPr>
          <p:cNvSpPr>
            <a:spLocks noGrp="1"/>
          </p:cNvSpPr>
          <p:nvPr>
            <p:ph type="body" sz="quarter" idx="3"/>
          </p:nvPr>
        </p:nvSpPr>
        <p:spPr>
          <a:xfrm>
            <a:off x="6324600" y="1631076"/>
            <a:ext cx="5183188" cy="709393"/>
          </a:xfrm>
        </p:spPr>
        <p:txBody>
          <a:bodyPr anchor="b">
            <a:normAutofit/>
          </a:bodyPr>
          <a:lstStyle>
            <a:lvl1pPr marL="0" indent="0">
              <a:buNone/>
              <a:defRPr sz="1800" b="1" cap="all" spc="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FE7B13-3453-6313-B416-E9FF9DA2E010}"/>
              </a:ext>
            </a:extLst>
          </p:cNvPr>
          <p:cNvSpPr>
            <a:spLocks noGrp="1"/>
          </p:cNvSpPr>
          <p:nvPr>
            <p:ph sz="quarter" idx="4"/>
          </p:nvPr>
        </p:nvSpPr>
        <p:spPr>
          <a:xfrm>
            <a:off x="6324600" y="2372146"/>
            <a:ext cx="5183188" cy="34952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061BE2D-E1A3-1A5C-AE37-9DC52A9717B7}"/>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71D5902D-DF04-F2A8-C2F8-EBDD2A897D21}"/>
              </a:ext>
            </a:extLst>
          </p:cNvPr>
          <p:cNvSpPr>
            <a:spLocks noGrp="1"/>
          </p:cNvSpPr>
          <p:nvPr>
            <p:ph type="dt" sz="half" idx="10"/>
          </p:nvPr>
        </p:nvSpPr>
        <p:spPr/>
        <p:txBody>
          <a:bodyPr/>
          <a:lstStyle/>
          <a:p>
            <a:fld id="{D4F53BF9-51A7-479A-9F82-F12307D0B401}" type="datetimeFigureOut">
              <a:rPr lang="en-US" smtClean="0"/>
              <a:t>10/29/2026</a:t>
            </a:fld>
            <a:endParaRPr lang="en-US"/>
          </a:p>
        </p:txBody>
      </p:sp>
      <p:sp>
        <p:nvSpPr>
          <p:cNvPr id="9" name="Slide Number Placeholder 8">
            <a:extLst>
              <a:ext uri="{FF2B5EF4-FFF2-40B4-BE49-F238E27FC236}">
                <a16:creationId xmlns:a16="http://schemas.microsoft.com/office/drawing/2014/main" id="{DA4FDDA8-940A-B407-4EB2-85DC9BEDB476}"/>
              </a:ext>
            </a:extLst>
          </p:cNvPr>
          <p:cNvSpPr>
            <a:spLocks noGrp="1"/>
          </p:cNvSpPr>
          <p:nvPr>
            <p:ph type="sldNum" sz="quarter" idx="12"/>
          </p:nvPr>
        </p:nvSpPr>
        <p:spPr/>
        <p:txBody>
          <a:bodyPr/>
          <a:lstStyle/>
          <a:p>
            <a:fld id="{62C10C1C-6E3B-4561-AC7B-2C6D28F8D4A7}" type="slidenum">
              <a:rPr lang="en-US" smtClean="0"/>
              <a:t>‹#›</a:t>
            </a:fld>
            <a:endParaRPr lang="en-US"/>
          </a:p>
        </p:txBody>
      </p:sp>
    </p:spTree>
    <p:extLst>
      <p:ext uri="{BB962C8B-B14F-4D97-AF65-F5344CB8AC3E}">
        <p14:creationId xmlns:p14="http://schemas.microsoft.com/office/powerpoint/2010/main" val="19833183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151FC-CD6F-656F-54A8-59B782BEFB30}"/>
              </a:ext>
            </a:extLst>
          </p:cNvPr>
          <p:cNvSpPr>
            <a:spLocks noGrp="1"/>
          </p:cNvSpPr>
          <p:nvPr>
            <p:ph type="title"/>
          </p:nvPr>
        </p:nvSpPr>
        <p:spPr>
          <a:xfrm>
            <a:off x="603504" y="265176"/>
            <a:ext cx="11028923" cy="1325880"/>
          </a:xfrm>
          <a:noFill/>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07D307A-FF1F-38A3-7DE5-F11DC31CA5B8}"/>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1E4C539B-20CB-8D83-0ECC-5F682BD06D6F}"/>
              </a:ext>
            </a:extLst>
          </p:cNvPr>
          <p:cNvSpPr>
            <a:spLocks noGrp="1"/>
          </p:cNvSpPr>
          <p:nvPr>
            <p:ph type="dt" sz="half" idx="10"/>
          </p:nvPr>
        </p:nvSpPr>
        <p:spPr/>
        <p:txBody>
          <a:bodyPr/>
          <a:lstStyle/>
          <a:p>
            <a:fld id="{D4F53BF9-51A7-479A-9F82-F12307D0B401}" type="datetimeFigureOut">
              <a:rPr lang="en-US" smtClean="0"/>
              <a:t>10/29/2026</a:t>
            </a:fld>
            <a:endParaRPr lang="en-US"/>
          </a:p>
        </p:txBody>
      </p:sp>
      <p:sp>
        <p:nvSpPr>
          <p:cNvPr id="5" name="Slide Number Placeholder 4">
            <a:extLst>
              <a:ext uri="{FF2B5EF4-FFF2-40B4-BE49-F238E27FC236}">
                <a16:creationId xmlns:a16="http://schemas.microsoft.com/office/drawing/2014/main" id="{466EB674-912E-381A-49CE-08E49DFF46A7}"/>
              </a:ext>
            </a:extLst>
          </p:cNvPr>
          <p:cNvSpPr>
            <a:spLocks noGrp="1"/>
          </p:cNvSpPr>
          <p:nvPr>
            <p:ph type="sldNum" sz="quarter" idx="12"/>
          </p:nvPr>
        </p:nvSpPr>
        <p:spPr/>
        <p:txBody>
          <a:bodyPr/>
          <a:lstStyle/>
          <a:p>
            <a:fld id="{62C10C1C-6E3B-4561-AC7B-2C6D28F8D4A7}" type="slidenum">
              <a:rPr lang="en-US" smtClean="0"/>
              <a:t>‹#›</a:t>
            </a:fld>
            <a:endParaRPr lang="en-US"/>
          </a:p>
        </p:txBody>
      </p:sp>
    </p:spTree>
    <p:extLst>
      <p:ext uri="{BB962C8B-B14F-4D97-AF65-F5344CB8AC3E}">
        <p14:creationId xmlns:p14="http://schemas.microsoft.com/office/powerpoint/2010/main" val="21304742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2FA0B77-3CB1-4071-30F6-B0766D75C10A}"/>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B4A81A7-FC7B-1689-D59F-4173A1763CB9}"/>
              </a:ext>
            </a:extLst>
          </p:cNvPr>
          <p:cNvSpPr>
            <a:spLocks noGrp="1"/>
          </p:cNvSpPr>
          <p:nvPr>
            <p:ph type="dt" sz="half" idx="10"/>
          </p:nvPr>
        </p:nvSpPr>
        <p:spPr/>
        <p:txBody>
          <a:bodyPr/>
          <a:lstStyle/>
          <a:p>
            <a:fld id="{D4F53BF9-51A7-479A-9F82-F12307D0B401}" type="datetimeFigureOut">
              <a:rPr lang="en-US" smtClean="0"/>
              <a:t>10/29/2026</a:t>
            </a:fld>
            <a:endParaRPr lang="en-US"/>
          </a:p>
        </p:txBody>
      </p:sp>
      <p:sp>
        <p:nvSpPr>
          <p:cNvPr id="4" name="Slide Number Placeholder 3">
            <a:extLst>
              <a:ext uri="{FF2B5EF4-FFF2-40B4-BE49-F238E27FC236}">
                <a16:creationId xmlns:a16="http://schemas.microsoft.com/office/drawing/2014/main" id="{5D080D98-2C9A-3434-E8A3-DA6CCD2F5EFE}"/>
              </a:ext>
            </a:extLst>
          </p:cNvPr>
          <p:cNvSpPr>
            <a:spLocks noGrp="1"/>
          </p:cNvSpPr>
          <p:nvPr>
            <p:ph type="sldNum" sz="quarter" idx="12"/>
          </p:nvPr>
        </p:nvSpPr>
        <p:spPr/>
        <p:txBody>
          <a:bodyPr/>
          <a:lstStyle/>
          <a:p>
            <a:fld id="{62C10C1C-6E3B-4561-AC7B-2C6D28F8D4A7}" type="slidenum">
              <a:rPr lang="en-US" smtClean="0"/>
              <a:t>‹#›</a:t>
            </a:fld>
            <a:endParaRPr lang="en-US"/>
          </a:p>
        </p:txBody>
      </p:sp>
    </p:spTree>
    <p:extLst>
      <p:ext uri="{BB962C8B-B14F-4D97-AF65-F5344CB8AC3E}">
        <p14:creationId xmlns:p14="http://schemas.microsoft.com/office/powerpoint/2010/main" val="271644608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F22766A-BE9C-B780-CC66-44ECFC5C0A47}"/>
              </a:ext>
              <a:ext uri="{C183D7F6-B498-43B3-948B-1728B52AA6E4}">
                <adec:decorative xmlns:adec="http://schemas.microsoft.com/office/drawing/2017/decorative" val="1"/>
              </a:ext>
            </a:extLst>
          </p:cNvPr>
          <p:cNvSpPr/>
          <p:nvPr/>
        </p:nvSpPr>
        <p:spPr>
          <a:xfrm>
            <a:off x="2057400" y="3084659"/>
            <a:ext cx="10133956" cy="377334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146306" y="182881"/>
            <a:ext cx="8616684" cy="1874520"/>
          </a:xfrm>
          <a:noFill/>
        </p:spPr>
        <p:txBody>
          <a:bodyPr anchor="t">
            <a:normAutofit/>
          </a:bodyPr>
          <a:lstStyle>
            <a:lvl1pPr>
              <a:defRPr sz="9600">
                <a:solidFill>
                  <a:schemeClr val="accent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53600" y="617923"/>
            <a:ext cx="1866897" cy="461881"/>
          </a:xfrm>
          <a:noFill/>
        </p:spPr>
        <p:txBody>
          <a:bodyPr anchor="t"/>
          <a:lstStyle>
            <a:lvl1pPr algn="r">
              <a:defRPr sz="900"/>
            </a:lvl1pPr>
          </a:lstStyle>
          <a:p>
            <a:endParaRPr lang="en-US"/>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2595846" y="3544866"/>
            <a:ext cx="8990722" cy="2446782"/>
          </a:xfrm>
        </p:spPr>
        <p:txBody>
          <a:bodyP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2595846" y="6024816"/>
            <a:ext cx="1809495" cy="365125"/>
          </a:xfrm>
          <a:solidFill>
            <a:schemeClr val="bg2"/>
          </a:solidFill>
        </p:spPr>
        <p:txBody>
          <a:bodyPr/>
          <a:lstStyle>
            <a:lvl1pPr algn="l">
              <a:defRPr/>
            </a:lvl1pPr>
          </a:lstStyle>
          <a:p>
            <a:fld id="{D4F53BF9-51A7-479A-9F82-F12307D0B401}" type="datetimeFigureOut">
              <a:rPr lang="en-US" smtClean="0"/>
              <a:t>10/29/2026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solidFill>
            <a:schemeClr val="bg2"/>
          </a:solidFill>
        </p:spPr>
        <p:txBody>
          <a:bodyPr/>
          <a:lstStyle/>
          <a:p>
            <a:fld id="{62C10C1C-6E3B-4561-AC7B-2C6D28F8D4A7}" type="slidenum">
              <a:rPr lang="en-US" smtClean="0"/>
              <a:t>‹#›</a:t>
            </a:fld>
            <a:endParaRPr lang="en-US"/>
          </a:p>
        </p:txBody>
      </p:sp>
    </p:spTree>
    <p:extLst>
      <p:ext uri="{BB962C8B-B14F-4D97-AF65-F5344CB8AC3E}">
        <p14:creationId xmlns:p14="http://schemas.microsoft.com/office/powerpoint/2010/main" val="39297870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72AC4BE-2FD3-AAF4-8A1B-0633F1BEE33B}"/>
              </a:ext>
              <a:ext uri="{C183D7F6-B498-43B3-948B-1728B52AA6E4}">
                <adec:decorative xmlns:adec="http://schemas.microsoft.com/office/drawing/2017/decorative" val="1"/>
              </a:ext>
            </a:extLst>
          </p:cNvPr>
          <p:cNvSpPr/>
          <p:nvPr/>
        </p:nvSpPr>
        <p:spPr>
          <a:xfrm>
            <a:off x="0" y="0"/>
            <a:ext cx="8436077" cy="2057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7652D305-42E1-E86E-632C-9DFD4F747E62}"/>
              </a:ext>
              <a:ext uri="{C183D7F6-B498-43B3-948B-1728B52AA6E4}">
                <adec:decorative xmlns:adec="http://schemas.microsoft.com/office/drawing/2017/decorative" val="1"/>
              </a:ext>
            </a:extLst>
          </p:cNvPr>
          <p:cNvCxnSpPr>
            <a:cxnSpLocks/>
          </p:cNvCxnSpPr>
          <p:nvPr/>
        </p:nvCxnSpPr>
        <p:spPr>
          <a:xfrm>
            <a:off x="685800" y="4564627"/>
            <a:ext cx="5068016"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73625" y="530940"/>
            <a:ext cx="7703576" cy="1308290"/>
          </a:xfrm>
          <a:noFill/>
        </p:spPr>
        <p:txBody>
          <a:bodyPr anchor="t">
            <a:normAutofit/>
          </a:bodyPr>
          <a:lstStyle>
            <a:lvl1pPr>
              <a:defRPr sz="8000">
                <a:solidFill>
                  <a:schemeClr val="accent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7005" y="3571531"/>
            <a:ext cx="5009534" cy="1987694"/>
          </a:xfrm>
        </p:spPr>
        <p:txBody>
          <a:bodyPr anchor="ct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0" y="6029867"/>
            <a:ext cx="1911096" cy="365126"/>
          </a:xfrm>
          <a:noFill/>
        </p:spPr>
        <p:txBody>
          <a:bodyPr anchor="ctr"/>
          <a:lstStyle>
            <a:lvl1pPr algn="l">
              <a:defRPr sz="900" b="1"/>
            </a:lvl1p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799320" y="6029867"/>
            <a:ext cx="1441766" cy="365125"/>
          </a:xfrm>
          <a:noFill/>
        </p:spPr>
        <p:txBody>
          <a:bodyPr/>
          <a:lstStyle>
            <a:lvl1pPr algn="r">
              <a:defRPr/>
            </a:lvl1pPr>
          </a:lstStyle>
          <a:p>
            <a:fld id="{D4F53BF9-51A7-479A-9F82-F12307D0B401}" type="datetimeFigureOut">
              <a:rPr lang="en-US" smtClean="0"/>
              <a:t>10/29/2026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62C10C1C-6E3B-4561-AC7B-2C6D28F8D4A7}" type="slidenum">
              <a:rPr lang="en-US" smtClean="0"/>
              <a:t>‹#›</a:t>
            </a:fld>
            <a:endParaRPr lang="en-US"/>
          </a:p>
        </p:txBody>
      </p:sp>
    </p:spTree>
    <p:extLst>
      <p:ext uri="{BB962C8B-B14F-4D97-AF65-F5344CB8AC3E}">
        <p14:creationId xmlns:p14="http://schemas.microsoft.com/office/powerpoint/2010/main" val="1300188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FBAF5C3-82B6-427E-5D2E-900A2D90AD99}"/>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01AA792-727F-F91C-6564-A882FAF11ED4}"/>
              </a:ext>
            </a:extLst>
          </p:cNvPr>
          <p:cNvSpPr>
            <a:spLocks noGrp="1"/>
          </p:cNvSpPr>
          <p:nvPr>
            <p:ph type="title"/>
          </p:nvPr>
        </p:nvSpPr>
        <p:spPr>
          <a:xfrm>
            <a:off x="603504" y="351270"/>
            <a:ext cx="10981137" cy="1239720"/>
          </a:xfrm>
          <a:prstGeom prst="rect">
            <a:avLst/>
          </a:prstGeom>
          <a:solidFill>
            <a:schemeClr val="bg1"/>
          </a:solidFill>
        </p:spPr>
        <p:txBody>
          <a:bodyPr vert="horz" lIns="91440" tIns="45720" rIns="91440" bIns="13716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390A246-77A4-EC4C-28B8-90388BB8E78F}"/>
              </a:ext>
            </a:extLst>
          </p:cNvPr>
          <p:cNvSpPr>
            <a:spLocks noGrp="1"/>
          </p:cNvSpPr>
          <p:nvPr>
            <p:ph type="body" idx="1"/>
          </p:nvPr>
        </p:nvSpPr>
        <p:spPr>
          <a:xfrm>
            <a:off x="605431" y="1745956"/>
            <a:ext cx="10981137" cy="39834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3EF6714-5B6F-439F-4173-D51823712315}"/>
              </a:ext>
            </a:extLst>
          </p:cNvPr>
          <p:cNvSpPr>
            <a:spLocks noGrp="1"/>
          </p:cNvSpPr>
          <p:nvPr>
            <p:ph type="ftr" sz="quarter" idx="3"/>
          </p:nvPr>
        </p:nvSpPr>
        <p:spPr>
          <a:xfrm>
            <a:off x="605430" y="6029868"/>
            <a:ext cx="1911096" cy="365125"/>
          </a:xfrm>
          <a:prstGeom prst="rect">
            <a:avLst/>
          </a:prstGeom>
          <a:solidFill>
            <a:schemeClr val="bg1"/>
          </a:solidFill>
        </p:spPr>
        <p:txBody>
          <a:bodyPr vert="horz" lIns="91440" tIns="45720" rIns="91440" bIns="45720" rtlCol="0" anchor="ctr"/>
          <a:lstStyle>
            <a:lvl1pPr algn="l">
              <a:defRPr sz="900" b="1" cap="all" spc="60" baseline="0">
                <a:solidFill>
                  <a:schemeClr val="tx2"/>
                </a:solidFill>
              </a:defRPr>
            </a:lvl1pPr>
          </a:lstStyle>
          <a:p>
            <a:endParaRPr lang="en-US"/>
          </a:p>
        </p:txBody>
      </p:sp>
      <p:sp>
        <p:nvSpPr>
          <p:cNvPr id="4" name="Date Placeholder 3">
            <a:extLst>
              <a:ext uri="{FF2B5EF4-FFF2-40B4-BE49-F238E27FC236}">
                <a16:creationId xmlns:a16="http://schemas.microsoft.com/office/drawing/2014/main" id="{BF9842E6-B4ED-431B-B1A0-22352BA620AE}"/>
              </a:ext>
            </a:extLst>
          </p:cNvPr>
          <p:cNvSpPr>
            <a:spLocks noGrp="1"/>
          </p:cNvSpPr>
          <p:nvPr>
            <p:ph type="dt" sz="half" idx="2"/>
          </p:nvPr>
        </p:nvSpPr>
        <p:spPr>
          <a:xfrm>
            <a:off x="10058400" y="6029868"/>
            <a:ext cx="1182686"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D4F53BF9-51A7-479A-9F82-F12307D0B401}" type="datetimeFigureOut">
              <a:rPr lang="en-US" smtClean="0"/>
              <a:t>10/29/2026</a:t>
            </a:fld>
            <a:endParaRPr lang="en-US"/>
          </a:p>
        </p:txBody>
      </p:sp>
      <p:sp>
        <p:nvSpPr>
          <p:cNvPr id="6" name="Slide Number Placeholder 5">
            <a:extLst>
              <a:ext uri="{FF2B5EF4-FFF2-40B4-BE49-F238E27FC236}">
                <a16:creationId xmlns:a16="http://schemas.microsoft.com/office/drawing/2014/main" id="{156743A1-0EE5-84FA-44EE-3CDDB793AAC4}"/>
              </a:ext>
            </a:extLst>
          </p:cNvPr>
          <p:cNvSpPr>
            <a:spLocks noGrp="1"/>
          </p:cNvSpPr>
          <p:nvPr>
            <p:ph type="sldNum" sz="quarter" idx="4"/>
          </p:nvPr>
        </p:nvSpPr>
        <p:spPr>
          <a:xfrm>
            <a:off x="11233434" y="6029868"/>
            <a:ext cx="429372"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62C10C1C-6E3B-4561-AC7B-2C6D28F8D4A7}" type="slidenum">
              <a:rPr lang="en-US" smtClean="0"/>
              <a:t>‹#›</a:t>
            </a:fld>
            <a:endParaRPr lang="en-US"/>
          </a:p>
        </p:txBody>
      </p:sp>
    </p:spTree>
    <p:extLst>
      <p:ext uri="{BB962C8B-B14F-4D97-AF65-F5344CB8AC3E}">
        <p14:creationId xmlns:p14="http://schemas.microsoft.com/office/powerpoint/2010/main" val="11458742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Lst>
  <p:txStyles>
    <p:titleStyle>
      <a:lvl1pPr marL="0" algn="l" defTabSz="914400" rtl="0" eaLnBrk="1" latinLnBrk="0" hangingPunct="1">
        <a:lnSpc>
          <a:spcPct val="100000"/>
        </a:lnSpc>
        <a:spcBef>
          <a:spcPct val="0"/>
        </a:spcBef>
        <a:spcAft>
          <a:spcPts val="0"/>
        </a:spcAft>
        <a:buNone/>
        <a:defRPr sz="2800" kern="1200" cap="all" baseline="0">
          <a:solidFill>
            <a:schemeClr val="accent5"/>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864">
          <p15:clr>
            <a:srgbClr val="F26B43"/>
          </p15:clr>
        </p15:guide>
        <p15:guide id="3" pos="432">
          <p15:clr>
            <a:srgbClr val="F26B43"/>
          </p15:clr>
        </p15:guide>
        <p15:guide id="4" orient="horz" pos="3912">
          <p15:clr>
            <a:srgbClr val="F26B43"/>
          </p15:clr>
        </p15:guide>
        <p15:guide id="5" orient="horz" pos="3504">
          <p15:clr>
            <a:srgbClr val="F26B43"/>
          </p15:clr>
        </p15:guide>
        <p15:guide id="6" orient="horz" pos="3024">
          <p15:clr>
            <a:srgbClr val="F26B43"/>
          </p15:clr>
        </p15:guide>
        <p15:guide id="7" orient="horz" pos="2592">
          <p15:clr>
            <a:srgbClr val="F26B43"/>
          </p15:clr>
        </p15:guide>
        <p15:guide id="8" orient="horz" pos="1728">
          <p15:clr>
            <a:srgbClr val="F26B43"/>
          </p15:clr>
        </p15:guide>
        <p15:guide id="9" orient="horz" pos="1296">
          <p15:clr>
            <a:srgbClr val="F26B43"/>
          </p15:clr>
        </p15:guide>
        <p15:guide id="10" orient="horz" pos="864">
          <p15:clr>
            <a:srgbClr val="F26B43"/>
          </p15:clr>
        </p15:guide>
        <p15:guide id="11" orient="horz" pos="432">
          <p15:clr>
            <a:srgbClr val="F26B43"/>
          </p15:clr>
        </p15:guide>
        <p15:guide id="12" pos="1296">
          <p15:clr>
            <a:srgbClr val="F26B43"/>
          </p15:clr>
        </p15:guide>
        <p15:guide id="13" pos="1728">
          <p15:clr>
            <a:srgbClr val="F26B43"/>
          </p15:clr>
        </p15:guide>
        <p15:guide id="18" pos="2160">
          <p15:clr>
            <a:srgbClr val="F26B43"/>
          </p15:clr>
        </p15:guide>
        <p15:guide id="20" pos="5520">
          <p15:clr>
            <a:srgbClr val="F26B43"/>
          </p15:clr>
        </p15:guide>
        <p15:guide id="21" pos="5952">
          <p15:clr>
            <a:srgbClr val="F26B43"/>
          </p15:clr>
        </p15:guide>
        <p15:guide id="22" pos="6384">
          <p15:clr>
            <a:srgbClr val="F26B43"/>
          </p15:clr>
        </p15:guide>
        <p15:guide id="24" pos="6816">
          <p15:clr>
            <a:srgbClr val="F26B43"/>
          </p15:clr>
        </p15:guide>
        <p15:guide id="25" pos="7248">
          <p15:clr>
            <a:srgbClr val="F26B43"/>
          </p15:clr>
        </p15:guide>
        <p15:guide id="26" pos="5088">
          <p15:clr>
            <a:srgbClr val="F26B43"/>
          </p15:clr>
        </p15:guide>
        <p15:guide id="27" pos="4656">
          <p15:clr>
            <a:srgbClr val="F26B43"/>
          </p15:clr>
        </p15:guide>
        <p15:guide id="28" pos="4224">
          <p15:clr>
            <a:srgbClr val="F26B43"/>
          </p15:clr>
        </p15:guide>
        <p15:guide id="29" pos="2592">
          <p15:clr>
            <a:srgbClr val="F26B43"/>
          </p15:clr>
        </p15:guide>
        <p15:guide id="30" pos="3024">
          <p15:clr>
            <a:srgbClr val="F26B43"/>
          </p15:clr>
        </p15:guide>
        <p15:guide id="31" pos="3456">
          <p15:clr>
            <a:srgbClr val="F26B43"/>
          </p15:clr>
        </p15:guide>
        <p15:guide id="32" orient="horz" pos="64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hyperlink" Target="https://journalistsresource.org/politics-and-government/racial-profiling-red-light-cameras/" TargetMode="External"/><Relationship Id="rId2" Type="http://schemas.openxmlformats.org/officeDocument/2006/relationships/image" Target="../media/image10.jp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hyperlink" Target="https://pxhere.com/fr/photo/919042" TargetMode="External"/><Relationship Id="rId2" Type="http://schemas.openxmlformats.org/officeDocument/2006/relationships/image" Target="../media/image11.jp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5F625-ABB7-187C-97A6-71222910687E}"/>
              </a:ext>
            </a:extLst>
          </p:cNvPr>
          <p:cNvSpPr>
            <a:spLocks noGrp="1"/>
          </p:cNvSpPr>
          <p:nvPr>
            <p:ph type="ctrTitle"/>
          </p:nvPr>
        </p:nvSpPr>
        <p:spPr>
          <a:xfrm>
            <a:off x="137158" y="1607418"/>
            <a:ext cx="9815363" cy="4061861"/>
          </a:xfrm>
        </p:spPr>
        <p:txBody>
          <a:bodyPr>
            <a:normAutofit/>
          </a:bodyPr>
          <a:lstStyle/>
          <a:p>
            <a:r>
              <a:rPr lang="en-US" dirty="0">
                <a:solidFill>
                  <a:srgbClr val="990000"/>
                </a:solidFill>
              </a:rPr>
              <a:t>Traffic</a:t>
            </a:r>
            <a:br>
              <a:rPr lang="en-US" dirty="0">
                <a:solidFill>
                  <a:schemeClr val="tx1"/>
                </a:solidFill>
              </a:rPr>
            </a:br>
            <a:r>
              <a:rPr lang="en-US" dirty="0">
                <a:solidFill>
                  <a:srgbClr val="D1CD21"/>
                </a:solidFill>
              </a:rPr>
              <a:t>Control</a:t>
            </a:r>
            <a:br>
              <a:rPr lang="en-US" dirty="0">
                <a:solidFill>
                  <a:schemeClr val="tx1"/>
                </a:solidFill>
              </a:rPr>
            </a:br>
            <a:r>
              <a:rPr lang="en-US" dirty="0">
                <a:solidFill>
                  <a:srgbClr val="009900"/>
                </a:solidFill>
              </a:rPr>
              <a:t>Simulator</a:t>
            </a:r>
          </a:p>
        </p:txBody>
      </p:sp>
      <p:sp>
        <p:nvSpPr>
          <p:cNvPr id="3" name="Subtitle 2">
            <a:extLst>
              <a:ext uri="{FF2B5EF4-FFF2-40B4-BE49-F238E27FC236}">
                <a16:creationId xmlns:a16="http://schemas.microsoft.com/office/drawing/2014/main" id="{095FC76F-A624-45F6-ACF0-D687D6AD7649}"/>
              </a:ext>
            </a:extLst>
          </p:cNvPr>
          <p:cNvSpPr>
            <a:spLocks noGrp="1"/>
          </p:cNvSpPr>
          <p:nvPr>
            <p:ph type="subTitle" idx="1"/>
          </p:nvPr>
        </p:nvSpPr>
        <p:spPr>
          <a:xfrm>
            <a:off x="7607808" y="3995928"/>
            <a:ext cx="3462393" cy="2368296"/>
          </a:xfrm>
        </p:spPr>
        <p:txBody>
          <a:bodyPr>
            <a:normAutofit/>
          </a:bodyPr>
          <a:lstStyle/>
          <a:p>
            <a:r>
              <a:rPr lang="en-US" sz="2000" dirty="0">
                <a:solidFill>
                  <a:schemeClr val="tx1"/>
                </a:solidFill>
              </a:rPr>
              <a:t>Zane Dollarhide</a:t>
            </a:r>
          </a:p>
          <a:p>
            <a:r>
              <a:rPr lang="en-US" sz="2000" dirty="0">
                <a:solidFill>
                  <a:schemeClr val="tx1"/>
                </a:solidFill>
              </a:rPr>
              <a:t>Carson Page</a:t>
            </a:r>
          </a:p>
          <a:p>
            <a:r>
              <a:rPr lang="en-US" sz="2000" dirty="0">
                <a:solidFill>
                  <a:schemeClr val="tx1"/>
                </a:solidFill>
              </a:rPr>
              <a:t>Caden Palomares</a:t>
            </a:r>
          </a:p>
          <a:p>
            <a:r>
              <a:rPr lang="en-US" sz="2000" dirty="0">
                <a:solidFill>
                  <a:schemeClr val="tx1"/>
                </a:solidFill>
              </a:rPr>
              <a:t>Andrew Saigo</a:t>
            </a:r>
          </a:p>
        </p:txBody>
      </p:sp>
      <p:sp>
        <p:nvSpPr>
          <p:cNvPr id="14" name="Rectangle 13">
            <a:extLst>
              <a:ext uri="{FF2B5EF4-FFF2-40B4-BE49-F238E27FC236}">
                <a16:creationId xmlns:a16="http://schemas.microsoft.com/office/drawing/2014/main" id="{3948BCF7-C692-EAF5-A027-C3BEF28D34A9}"/>
              </a:ext>
            </a:extLst>
          </p:cNvPr>
          <p:cNvSpPr/>
          <p:nvPr/>
        </p:nvSpPr>
        <p:spPr>
          <a:xfrm>
            <a:off x="11420856" y="969264"/>
            <a:ext cx="164592" cy="4928616"/>
          </a:xfrm>
          <a:prstGeom prst="rect">
            <a:avLst/>
          </a:prstGeom>
          <a:solidFill>
            <a:srgbClr val="EDECE9"/>
          </a:solidFill>
          <a:ln>
            <a:solidFill>
              <a:srgbClr val="EDEC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8B2EEF60-7D52-D7A8-0D54-0C515D99C4AD}"/>
              </a:ext>
            </a:extLst>
          </p:cNvPr>
          <p:cNvPicPr>
            <a:picLocks noChangeAspect="1"/>
          </p:cNvPicPr>
          <p:nvPr/>
        </p:nvPicPr>
        <p:blipFill>
          <a:blip r:embed="rId2"/>
          <a:stretch>
            <a:fillRect/>
          </a:stretch>
        </p:blipFill>
        <p:spPr>
          <a:xfrm>
            <a:off x="6554932" y="0"/>
            <a:ext cx="5637068" cy="6858000"/>
          </a:xfrm>
          <a:prstGeom prst="rect">
            <a:avLst/>
          </a:prstGeom>
        </p:spPr>
      </p:pic>
    </p:spTree>
    <p:extLst>
      <p:ext uri="{BB962C8B-B14F-4D97-AF65-F5344CB8AC3E}">
        <p14:creationId xmlns:p14="http://schemas.microsoft.com/office/powerpoint/2010/main" val="12943128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C6F8D-F38C-9801-5ADC-D11444ACB582}"/>
              </a:ext>
            </a:extLst>
          </p:cNvPr>
          <p:cNvSpPr>
            <a:spLocks noGrp="1"/>
          </p:cNvSpPr>
          <p:nvPr>
            <p:ph type="title"/>
          </p:nvPr>
        </p:nvSpPr>
        <p:spPr>
          <a:xfrm>
            <a:off x="445477" y="282317"/>
            <a:ext cx="6066927" cy="859491"/>
          </a:xfrm>
        </p:spPr>
        <p:txBody>
          <a:bodyPr>
            <a:normAutofit/>
          </a:bodyPr>
          <a:lstStyle/>
          <a:p>
            <a:r>
              <a:rPr lang="en-US" sz="4000" dirty="0">
                <a:solidFill>
                  <a:schemeClr val="tx1"/>
                </a:solidFill>
              </a:rPr>
              <a:t>2d Intersection Builder</a:t>
            </a:r>
          </a:p>
        </p:txBody>
      </p:sp>
      <p:sp>
        <p:nvSpPr>
          <p:cNvPr id="3" name="Content Placeholder 2">
            <a:extLst>
              <a:ext uri="{FF2B5EF4-FFF2-40B4-BE49-F238E27FC236}">
                <a16:creationId xmlns:a16="http://schemas.microsoft.com/office/drawing/2014/main" id="{82F72F78-AB0B-5033-5262-0A04BEC8EC30}"/>
              </a:ext>
            </a:extLst>
          </p:cNvPr>
          <p:cNvSpPr>
            <a:spLocks noGrp="1"/>
          </p:cNvSpPr>
          <p:nvPr>
            <p:ph idx="1"/>
          </p:nvPr>
        </p:nvSpPr>
        <p:spPr>
          <a:xfrm>
            <a:off x="445478" y="1256704"/>
            <a:ext cx="4314092" cy="4344592"/>
          </a:xfrm>
        </p:spPr>
        <p:txBody>
          <a:bodyPr>
            <a:noAutofit/>
          </a:bodyPr>
          <a:lstStyle/>
          <a:p>
            <a:pPr marL="0" indent="0">
              <a:buNone/>
            </a:pPr>
            <a:r>
              <a:rPr lang="en-US" sz="2400" dirty="0">
                <a:solidFill>
                  <a:schemeClr val="tx1"/>
                </a:solidFill>
              </a:rPr>
              <a:t>Users will be able to build an intersection by dragging and dropping components in the sandbox</a:t>
            </a:r>
          </a:p>
          <a:p>
            <a:pPr>
              <a:lnSpc>
                <a:spcPct val="200000"/>
              </a:lnSpc>
            </a:pPr>
            <a:r>
              <a:rPr lang="en-US" sz="2400" dirty="0">
                <a:solidFill>
                  <a:schemeClr val="tx1"/>
                </a:solidFill>
              </a:rPr>
              <a:t>4-way, Roundabouts, T-intersection, etc.</a:t>
            </a:r>
          </a:p>
          <a:p>
            <a:pPr>
              <a:lnSpc>
                <a:spcPct val="200000"/>
              </a:lnSpc>
            </a:pPr>
            <a:r>
              <a:rPr lang="en-US" sz="2400" dirty="0">
                <a:solidFill>
                  <a:schemeClr val="tx1"/>
                </a:solidFill>
              </a:rPr>
              <a:t>Signals, stop/yield signs</a:t>
            </a:r>
          </a:p>
          <a:p>
            <a:pPr>
              <a:lnSpc>
                <a:spcPct val="200000"/>
              </a:lnSpc>
            </a:pPr>
            <a:r>
              <a:rPr lang="en-US" sz="2400" dirty="0">
                <a:solidFill>
                  <a:schemeClr val="tx1"/>
                </a:solidFill>
              </a:rPr>
              <a:t>Configure lanes and speed limits</a:t>
            </a:r>
          </a:p>
        </p:txBody>
      </p:sp>
      <p:sp>
        <p:nvSpPr>
          <p:cNvPr id="9" name="Rectangle 8">
            <a:extLst>
              <a:ext uri="{FF2B5EF4-FFF2-40B4-BE49-F238E27FC236}">
                <a16:creationId xmlns:a16="http://schemas.microsoft.com/office/drawing/2014/main" id="{7B76EB77-87C3-A564-4731-09D1E360D9BF}"/>
              </a:ext>
            </a:extLst>
          </p:cNvPr>
          <p:cNvSpPr/>
          <p:nvPr/>
        </p:nvSpPr>
        <p:spPr>
          <a:xfrm>
            <a:off x="4759569" y="1710212"/>
            <a:ext cx="6830097" cy="3891084"/>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a:extLst>
              <a:ext uri="{FF2B5EF4-FFF2-40B4-BE49-F238E27FC236}">
                <a16:creationId xmlns:a16="http://schemas.microsoft.com/office/drawing/2014/main" id="{2C7ECBA5-50F0-90BB-67CE-F76B8C842B8E}"/>
              </a:ext>
            </a:extLst>
          </p:cNvPr>
          <p:cNvPicPr>
            <a:picLocks noChangeAspect="1"/>
          </p:cNvPicPr>
          <p:nvPr/>
        </p:nvPicPr>
        <p:blipFill>
          <a:blip r:embed="rId2"/>
          <a:stretch>
            <a:fillRect/>
          </a:stretch>
        </p:blipFill>
        <p:spPr>
          <a:xfrm>
            <a:off x="4759568" y="1710212"/>
            <a:ext cx="6830097" cy="3891085"/>
          </a:xfrm>
          <a:prstGeom prst="rect">
            <a:avLst/>
          </a:prstGeom>
        </p:spPr>
      </p:pic>
    </p:spTree>
    <p:extLst>
      <p:ext uri="{BB962C8B-B14F-4D97-AF65-F5344CB8AC3E}">
        <p14:creationId xmlns:p14="http://schemas.microsoft.com/office/powerpoint/2010/main" val="22567255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5FCF2-3F5B-9C69-21C6-5A8B4345647C}"/>
              </a:ext>
            </a:extLst>
          </p:cNvPr>
          <p:cNvSpPr>
            <a:spLocks noGrp="1"/>
          </p:cNvSpPr>
          <p:nvPr>
            <p:ph type="title"/>
          </p:nvPr>
        </p:nvSpPr>
        <p:spPr>
          <a:xfrm>
            <a:off x="603504" y="430047"/>
            <a:ext cx="4939005" cy="711761"/>
          </a:xfrm>
        </p:spPr>
        <p:txBody>
          <a:bodyPr>
            <a:noAutofit/>
          </a:bodyPr>
          <a:lstStyle/>
          <a:p>
            <a:r>
              <a:rPr lang="en-US" sz="4000" dirty="0">
                <a:solidFill>
                  <a:schemeClr val="tx1"/>
                </a:solidFill>
              </a:rPr>
              <a:t>Vehicle simulation</a:t>
            </a:r>
          </a:p>
        </p:txBody>
      </p:sp>
      <p:sp>
        <p:nvSpPr>
          <p:cNvPr id="3" name="Content Placeholder 2">
            <a:extLst>
              <a:ext uri="{FF2B5EF4-FFF2-40B4-BE49-F238E27FC236}">
                <a16:creationId xmlns:a16="http://schemas.microsoft.com/office/drawing/2014/main" id="{B0D3B147-8CDA-FF53-1E9D-8D0C6AB90382}"/>
              </a:ext>
            </a:extLst>
          </p:cNvPr>
          <p:cNvSpPr>
            <a:spLocks noGrp="1"/>
          </p:cNvSpPr>
          <p:nvPr>
            <p:ph idx="1"/>
          </p:nvPr>
        </p:nvSpPr>
        <p:spPr>
          <a:xfrm>
            <a:off x="497997" y="1277814"/>
            <a:ext cx="6698045" cy="5486401"/>
          </a:xfrm>
        </p:spPr>
        <p:txBody>
          <a:bodyPr>
            <a:normAutofit/>
          </a:bodyPr>
          <a:lstStyle/>
          <a:p>
            <a:pPr marL="0" indent="0">
              <a:lnSpc>
                <a:spcPct val="110000"/>
              </a:lnSpc>
              <a:buNone/>
            </a:pPr>
            <a:r>
              <a:rPr lang="en-US" sz="2400" dirty="0">
                <a:solidFill>
                  <a:schemeClr val="tx1"/>
                </a:solidFill>
              </a:rPr>
              <a:t>Simulation shows individual cars moving through an intersection, allowing users to view how a design will handle traffic</a:t>
            </a:r>
          </a:p>
          <a:p>
            <a:pPr>
              <a:lnSpc>
                <a:spcPct val="200000"/>
              </a:lnSpc>
            </a:pPr>
            <a:r>
              <a:rPr lang="en-US" sz="2400" dirty="0">
                <a:solidFill>
                  <a:schemeClr val="tx1"/>
                </a:solidFill>
              </a:rPr>
              <a:t>Basic Driver Behavior Model</a:t>
            </a:r>
          </a:p>
          <a:p>
            <a:pPr>
              <a:lnSpc>
                <a:spcPct val="200000"/>
              </a:lnSpc>
            </a:pPr>
            <a:r>
              <a:rPr lang="en-US" sz="2400" dirty="0">
                <a:solidFill>
                  <a:schemeClr val="tx1"/>
                </a:solidFill>
              </a:rPr>
              <a:t>Variation between drivers</a:t>
            </a:r>
          </a:p>
          <a:p>
            <a:pPr>
              <a:lnSpc>
                <a:spcPct val="200000"/>
              </a:lnSpc>
            </a:pPr>
            <a:r>
              <a:rPr lang="en-US" sz="2400" dirty="0">
                <a:solidFill>
                  <a:schemeClr val="tx1"/>
                </a:solidFill>
              </a:rPr>
              <a:t>Cars abide by traffic rules</a:t>
            </a:r>
          </a:p>
          <a:p>
            <a:pPr>
              <a:lnSpc>
                <a:spcPct val="200000"/>
              </a:lnSpc>
            </a:pPr>
            <a:r>
              <a:rPr lang="en-US" sz="2400" dirty="0">
                <a:solidFill>
                  <a:schemeClr val="tx1"/>
                </a:solidFill>
              </a:rPr>
              <a:t>Adjustable simulation speed (1.0x, 2.0x)</a:t>
            </a:r>
          </a:p>
          <a:p>
            <a:pPr marL="0" indent="0">
              <a:lnSpc>
                <a:spcPct val="110000"/>
              </a:lnSpc>
              <a:buNone/>
            </a:pPr>
            <a:endParaRPr lang="en-US" sz="2400" dirty="0"/>
          </a:p>
        </p:txBody>
      </p:sp>
      <p:pic>
        <p:nvPicPr>
          <p:cNvPr id="6" name="Picture 5">
            <a:extLst>
              <a:ext uri="{FF2B5EF4-FFF2-40B4-BE49-F238E27FC236}">
                <a16:creationId xmlns:a16="http://schemas.microsoft.com/office/drawing/2014/main" id="{4420634E-CD22-082D-26B6-1ADAF1C00F1D}"/>
              </a:ext>
            </a:extLst>
          </p:cNvPr>
          <p:cNvPicPr>
            <a:picLocks noChangeAspect="1"/>
          </p:cNvPicPr>
          <p:nvPr/>
        </p:nvPicPr>
        <p:blipFill>
          <a:blip r:embed="rId2"/>
          <a:stretch>
            <a:fillRect/>
          </a:stretch>
        </p:blipFill>
        <p:spPr>
          <a:xfrm>
            <a:off x="5416061" y="2151090"/>
            <a:ext cx="5908431" cy="4049700"/>
          </a:xfrm>
          <a:prstGeom prst="rect">
            <a:avLst/>
          </a:prstGeom>
        </p:spPr>
      </p:pic>
    </p:spTree>
    <p:extLst>
      <p:ext uri="{BB962C8B-B14F-4D97-AF65-F5344CB8AC3E}">
        <p14:creationId xmlns:p14="http://schemas.microsoft.com/office/powerpoint/2010/main" val="27971496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E47CC-32B9-E0D1-F54F-0E22AFC00D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030CE-DF29-D24E-4FC5-85CF61BAE326}"/>
              </a:ext>
            </a:extLst>
          </p:cNvPr>
          <p:cNvSpPr>
            <a:spLocks noGrp="1"/>
          </p:cNvSpPr>
          <p:nvPr>
            <p:ph type="title"/>
          </p:nvPr>
        </p:nvSpPr>
        <p:spPr>
          <a:xfrm>
            <a:off x="521208" y="373452"/>
            <a:ext cx="7214616" cy="711761"/>
          </a:xfrm>
        </p:spPr>
        <p:txBody>
          <a:bodyPr>
            <a:noAutofit/>
          </a:bodyPr>
          <a:lstStyle/>
          <a:p>
            <a:r>
              <a:rPr lang="en-US" sz="4000" dirty="0">
                <a:solidFill>
                  <a:schemeClr val="tx1"/>
                </a:solidFill>
              </a:rPr>
              <a:t>Basic pedestrian support</a:t>
            </a:r>
          </a:p>
        </p:txBody>
      </p:sp>
      <p:sp>
        <p:nvSpPr>
          <p:cNvPr id="3" name="Content Placeholder 2">
            <a:extLst>
              <a:ext uri="{FF2B5EF4-FFF2-40B4-BE49-F238E27FC236}">
                <a16:creationId xmlns:a16="http://schemas.microsoft.com/office/drawing/2014/main" id="{5289754C-7375-1EF6-8EB1-47E363F15610}"/>
              </a:ext>
            </a:extLst>
          </p:cNvPr>
          <p:cNvSpPr>
            <a:spLocks noGrp="1"/>
          </p:cNvSpPr>
          <p:nvPr>
            <p:ph idx="1"/>
          </p:nvPr>
        </p:nvSpPr>
        <p:spPr>
          <a:xfrm>
            <a:off x="689721" y="1162993"/>
            <a:ext cx="5961420" cy="1266094"/>
          </a:xfrm>
        </p:spPr>
        <p:txBody>
          <a:bodyPr>
            <a:normAutofit/>
          </a:bodyPr>
          <a:lstStyle/>
          <a:p>
            <a:pPr marL="0" indent="0">
              <a:lnSpc>
                <a:spcPct val="110000"/>
              </a:lnSpc>
              <a:buNone/>
            </a:pPr>
            <a:r>
              <a:rPr lang="en-US" sz="2400" dirty="0">
                <a:solidFill>
                  <a:schemeClr val="tx1"/>
                </a:solidFill>
              </a:rPr>
              <a:t>Pedestrians cross at marked crosswalks, allowing for designs to account for people walking as well</a:t>
            </a:r>
          </a:p>
        </p:txBody>
      </p:sp>
      <p:pic>
        <p:nvPicPr>
          <p:cNvPr id="5" name="Picture 4">
            <a:extLst>
              <a:ext uri="{FF2B5EF4-FFF2-40B4-BE49-F238E27FC236}">
                <a16:creationId xmlns:a16="http://schemas.microsoft.com/office/drawing/2014/main" id="{D570D93D-31A1-D503-EE12-3328B06FA7C2}"/>
              </a:ext>
            </a:extLst>
          </p:cNvPr>
          <p:cNvPicPr>
            <a:picLocks noChangeAspect="1"/>
          </p:cNvPicPr>
          <p:nvPr/>
        </p:nvPicPr>
        <p:blipFill>
          <a:blip r:embed="rId2"/>
          <a:stretch>
            <a:fillRect/>
          </a:stretch>
        </p:blipFill>
        <p:spPr>
          <a:xfrm>
            <a:off x="689721" y="2283066"/>
            <a:ext cx="4578096" cy="3845601"/>
          </a:xfrm>
          <a:prstGeom prst="rect">
            <a:avLst/>
          </a:prstGeom>
        </p:spPr>
      </p:pic>
      <p:sp>
        <p:nvSpPr>
          <p:cNvPr id="7" name="Content Placeholder 2">
            <a:extLst>
              <a:ext uri="{FF2B5EF4-FFF2-40B4-BE49-F238E27FC236}">
                <a16:creationId xmlns:a16="http://schemas.microsoft.com/office/drawing/2014/main" id="{FC7FE8F6-E067-9E73-40B8-1B51BDD046A5}"/>
              </a:ext>
            </a:extLst>
          </p:cNvPr>
          <p:cNvSpPr txBox="1">
            <a:spLocks/>
          </p:cNvSpPr>
          <p:nvPr/>
        </p:nvSpPr>
        <p:spPr>
          <a:xfrm>
            <a:off x="5911845" y="2162906"/>
            <a:ext cx="4278036" cy="126609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Font typeface="Arial" panose="020B0604020202020204" pitchFamily="34" charset="0"/>
              <a:buNone/>
            </a:pPr>
            <a:endParaRPr lang="en-US" sz="2400" dirty="0"/>
          </a:p>
        </p:txBody>
      </p:sp>
      <p:sp>
        <p:nvSpPr>
          <p:cNvPr id="8" name="TextBox 7">
            <a:extLst>
              <a:ext uri="{FF2B5EF4-FFF2-40B4-BE49-F238E27FC236}">
                <a16:creationId xmlns:a16="http://schemas.microsoft.com/office/drawing/2014/main" id="{D11D455F-97CC-6A05-6BED-2DDE520438CB}"/>
              </a:ext>
            </a:extLst>
          </p:cNvPr>
          <p:cNvSpPr txBox="1"/>
          <p:nvPr/>
        </p:nvSpPr>
        <p:spPr>
          <a:xfrm>
            <a:off x="5873556" y="2162906"/>
            <a:ext cx="5093911" cy="2936830"/>
          </a:xfrm>
          <a:prstGeom prst="rect">
            <a:avLst/>
          </a:prstGeom>
          <a:noFill/>
        </p:spPr>
        <p:txBody>
          <a:bodyPr wrap="square" rtlCol="0">
            <a:spAutoFit/>
          </a:bodyPr>
          <a:lstStyle/>
          <a:p>
            <a:pPr marL="342900" indent="-342900">
              <a:lnSpc>
                <a:spcPct val="200000"/>
              </a:lnSpc>
              <a:buFont typeface="Arial" panose="020B0604020202020204" pitchFamily="34" charset="0"/>
              <a:buChar char="•"/>
            </a:pPr>
            <a:r>
              <a:rPr lang="en-US" sz="2400" dirty="0"/>
              <a:t>Cars yield to pedestrians</a:t>
            </a:r>
          </a:p>
          <a:p>
            <a:pPr marL="342900" indent="-342900">
              <a:lnSpc>
                <a:spcPct val="200000"/>
              </a:lnSpc>
              <a:buFont typeface="Arial" panose="020B0604020202020204" pitchFamily="34" charset="0"/>
              <a:buChar char="•"/>
            </a:pPr>
            <a:r>
              <a:rPr lang="en-US" sz="2400" dirty="0"/>
              <a:t>Crosswalks with pedestrian volume</a:t>
            </a:r>
          </a:p>
          <a:p>
            <a:pPr marL="342900" indent="-342900">
              <a:lnSpc>
                <a:spcPct val="200000"/>
              </a:lnSpc>
              <a:buFont typeface="Arial" panose="020B0604020202020204" pitchFamily="34" charset="0"/>
              <a:buChar char="•"/>
            </a:pPr>
            <a:r>
              <a:rPr lang="en-US" sz="2400" dirty="0"/>
              <a:t>Busier crosswalk leading to longer queues for turning cars</a:t>
            </a:r>
          </a:p>
        </p:txBody>
      </p:sp>
    </p:spTree>
    <p:extLst>
      <p:ext uri="{BB962C8B-B14F-4D97-AF65-F5344CB8AC3E}">
        <p14:creationId xmlns:p14="http://schemas.microsoft.com/office/powerpoint/2010/main" val="3291835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A6928-A1FD-AFE4-7BFB-C26DA00157E2}"/>
              </a:ext>
            </a:extLst>
          </p:cNvPr>
          <p:cNvSpPr>
            <a:spLocks noGrp="1"/>
          </p:cNvSpPr>
          <p:nvPr>
            <p:ph type="title"/>
          </p:nvPr>
        </p:nvSpPr>
        <p:spPr>
          <a:xfrm>
            <a:off x="393192" y="346115"/>
            <a:ext cx="11393424" cy="1494845"/>
          </a:xfrm>
        </p:spPr>
        <p:txBody>
          <a:bodyPr>
            <a:normAutofit/>
          </a:bodyPr>
          <a:lstStyle/>
          <a:p>
            <a:r>
              <a:rPr lang="en-US" sz="4000" dirty="0">
                <a:solidFill>
                  <a:schemeClr val="tx1"/>
                </a:solidFill>
              </a:rPr>
              <a:t>Signal timing controls</a:t>
            </a:r>
          </a:p>
        </p:txBody>
      </p:sp>
      <p:sp>
        <p:nvSpPr>
          <p:cNvPr id="3" name="Content Placeholder 2">
            <a:extLst>
              <a:ext uri="{FF2B5EF4-FFF2-40B4-BE49-F238E27FC236}">
                <a16:creationId xmlns:a16="http://schemas.microsoft.com/office/drawing/2014/main" id="{9B599297-9B04-6E34-D42D-263741081DD7}"/>
              </a:ext>
            </a:extLst>
          </p:cNvPr>
          <p:cNvSpPr>
            <a:spLocks noGrp="1"/>
          </p:cNvSpPr>
          <p:nvPr>
            <p:ph idx="1"/>
          </p:nvPr>
        </p:nvSpPr>
        <p:spPr>
          <a:xfrm>
            <a:off x="722376" y="1331049"/>
            <a:ext cx="4620091" cy="4443218"/>
          </a:xfrm>
        </p:spPr>
        <p:txBody>
          <a:bodyPr>
            <a:normAutofit/>
          </a:bodyPr>
          <a:lstStyle/>
          <a:p>
            <a:pPr marL="0" indent="0">
              <a:buNone/>
            </a:pPr>
            <a:r>
              <a:rPr lang="en-US" sz="2400" dirty="0">
                <a:solidFill>
                  <a:schemeClr val="tx1"/>
                </a:solidFill>
              </a:rPr>
              <a:t>Users will be able to change the timing on traffic lights to better suit the intersection they are working on. These lights can be tested at different traffic densities and tested for the best efficiency.   </a:t>
            </a:r>
          </a:p>
        </p:txBody>
      </p:sp>
      <p:pic>
        <p:nvPicPr>
          <p:cNvPr id="5" name="Picture 4">
            <a:extLst>
              <a:ext uri="{FF2B5EF4-FFF2-40B4-BE49-F238E27FC236}">
                <a16:creationId xmlns:a16="http://schemas.microsoft.com/office/drawing/2014/main" id="{63F11C6D-B445-73A3-6059-6ECC46AB0BCE}"/>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671651" y="1091673"/>
            <a:ext cx="5372100" cy="3581400"/>
          </a:xfrm>
          <a:prstGeom prst="rect">
            <a:avLst/>
          </a:prstGeom>
        </p:spPr>
      </p:pic>
    </p:spTree>
    <p:extLst>
      <p:ext uri="{BB962C8B-B14F-4D97-AF65-F5344CB8AC3E}">
        <p14:creationId xmlns:p14="http://schemas.microsoft.com/office/powerpoint/2010/main" val="20439088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F9506-CA50-4E16-C1EE-611F74DBDF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21D40C-16BE-5FC3-112D-8FA44183E0F5}"/>
              </a:ext>
            </a:extLst>
          </p:cNvPr>
          <p:cNvSpPr>
            <a:spLocks noGrp="1"/>
          </p:cNvSpPr>
          <p:nvPr>
            <p:ph type="title"/>
          </p:nvPr>
        </p:nvSpPr>
        <p:spPr>
          <a:xfrm>
            <a:off x="393192" y="346115"/>
            <a:ext cx="11393424" cy="1494845"/>
          </a:xfrm>
        </p:spPr>
        <p:txBody>
          <a:bodyPr>
            <a:normAutofit/>
          </a:bodyPr>
          <a:lstStyle/>
          <a:p>
            <a:r>
              <a:rPr lang="en-US" sz="4000" dirty="0">
                <a:solidFill>
                  <a:schemeClr val="tx1"/>
                </a:solidFill>
              </a:rPr>
              <a:t>Adjustable traffic volume</a:t>
            </a:r>
          </a:p>
        </p:txBody>
      </p:sp>
      <p:sp>
        <p:nvSpPr>
          <p:cNvPr id="3" name="Content Placeholder 2">
            <a:extLst>
              <a:ext uri="{FF2B5EF4-FFF2-40B4-BE49-F238E27FC236}">
                <a16:creationId xmlns:a16="http://schemas.microsoft.com/office/drawing/2014/main" id="{6960D1D7-99EE-3C6E-4656-0F9285B80B5C}"/>
              </a:ext>
            </a:extLst>
          </p:cNvPr>
          <p:cNvSpPr>
            <a:spLocks noGrp="1"/>
          </p:cNvSpPr>
          <p:nvPr>
            <p:ph idx="1"/>
          </p:nvPr>
        </p:nvSpPr>
        <p:spPr>
          <a:xfrm>
            <a:off x="722376" y="1331049"/>
            <a:ext cx="4620091" cy="4443218"/>
          </a:xfrm>
        </p:spPr>
        <p:txBody>
          <a:bodyPr>
            <a:normAutofit/>
          </a:bodyPr>
          <a:lstStyle/>
          <a:p>
            <a:pPr marL="0" indent="0">
              <a:buNone/>
            </a:pPr>
            <a:r>
              <a:rPr lang="en-US" sz="2400" dirty="0">
                <a:solidFill>
                  <a:schemeClr val="tx1"/>
                </a:solidFill>
              </a:rPr>
              <a:t>Users will also be able to adjust the density of traffic going through the intersection to better simulate the stress the intersection will have.</a:t>
            </a:r>
          </a:p>
        </p:txBody>
      </p:sp>
      <p:pic>
        <p:nvPicPr>
          <p:cNvPr id="7" name="Picture 6">
            <a:extLst>
              <a:ext uri="{FF2B5EF4-FFF2-40B4-BE49-F238E27FC236}">
                <a16:creationId xmlns:a16="http://schemas.microsoft.com/office/drawing/2014/main" id="{84A30EC5-8D0C-FDD6-33D3-F4D4A2FE1E28}"/>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671651" y="1093537"/>
            <a:ext cx="5924291" cy="4443218"/>
          </a:xfrm>
          <a:prstGeom prst="rect">
            <a:avLst/>
          </a:prstGeom>
        </p:spPr>
      </p:pic>
    </p:spTree>
    <p:extLst>
      <p:ext uri="{BB962C8B-B14F-4D97-AF65-F5344CB8AC3E}">
        <p14:creationId xmlns:p14="http://schemas.microsoft.com/office/powerpoint/2010/main" val="1328075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E017C-3903-E58C-584A-9A734E6302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91F8DB-5CE7-6726-F0B2-7C394FD2BCF6}"/>
              </a:ext>
            </a:extLst>
          </p:cNvPr>
          <p:cNvSpPr>
            <a:spLocks noGrp="1"/>
          </p:cNvSpPr>
          <p:nvPr>
            <p:ph type="title"/>
          </p:nvPr>
        </p:nvSpPr>
        <p:spPr>
          <a:xfrm>
            <a:off x="393192" y="346115"/>
            <a:ext cx="11393424" cy="1494845"/>
          </a:xfrm>
        </p:spPr>
        <p:txBody>
          <a:bodyPr>
            <a:normAutofit/>
          </a:bodyPr>
          <a:lstStyle/>
          <a:p>
            <a:r>
              <a:rPr lang="en-US" sz="4000" dirty="0">
                <a:solidFill>
                  <a:schemeClr val="tx1"/>
                </a:solidFill>
              </a:rPr>
              <a:t>Performance metrics</a:t>
            </a:r>
          </a:p>
        </p:txBody>
      </p:sp>
      <p:sp>
        <p:nvSpPr>
          <p:cNvPr id="3" name="Content Placeholder 2">
            <a:extLst>
              <a:ext uri="{FF2B5EF4-FFF2-40B4-BE49-F238E27FC236}">
                <a16:creationId xmlns:a16="http://schemas.microsoft.com/office/drawing/2014/main" id="{6C5DE297-F627-8DE9-CC50-42756143C2CC}"/>
              </a:ext>
            </a:extLst>
          </p:cNvPr>
          <p:cNvSpPr>
            <a:spLocks noGrp="1"/>
          </p:cNvSpPr>
          <p:nvPr>
            <p:ph idx="1"/>
          </p:nvPr>
        </p:nvSpPr>
        <p:spPr>
          <a:xfrm>
            <a:off x="722376" y="1331049"/>
            <a:ext cx="4620091" cy="4443218"/>
          </a:xfrm>
        </p:spPr>
        <p:txBody>
          <a:bodyPr>
            <a:noAutofit/>
          </a:bodyPr>
          <a:lstStyle/>
          <a:p>
            <a:pPr marL="0" indent="0">
              <a:buNone/>
            </a:pPr>
            <a:r>
              <a:rPr lang="en-US" sz="2400" dirty="0">
                <a:solidFill>
                  <a:schemeClr val="tx1"/>
                </a:solidFill>
              </a:rPr>
              <a:t>The simulation will be able to output performance metrics that show how well the intersection performed under varying amounts of load. </a:t>
            </a:r>
          </a:p>
          <a:p>
            <a:pPr marL="0" indent="0">
              <a:buNone/>
            </a:pPr>
            <a:r>
              <a:rPr lang="en-US" sz="2400" dirty="0">
                <a:solidFill>
                  <a:schemeClr val="tx1"/>
                </a:solidFill>
              </a:rPr>
              <a:t>Possible metrics:</a:t>
            </a:r>
          </a:p>
          <a:p>
            <a:pPr lvl="1"/>
            <a:r>
              <a:rPr lang="en-US" sz="2400" dirty="0">
                <a:solidFill>
                  <a:schemeClr val="tx1"/>
                </a:solidFill>
              </a:rPr>
              <a:t>Wait time</a:t>
            </a:r>
          </a:p>
          <a:p>
            <a:pPr lvl="1"/>
            <a:r>
              <a:rPr lang="en-US" sz="2400" dirty="0">
                <a:solidFill>
                  <a:schemeClr val="tx1"/>
                </a:solidFill>
              </a:rPr>
              <a:t>Speed</a:t>
            </a:r>
          </a:p>
          <a:p>
            <a:pPr lvl="1"/>
            <a:r>
              <a:rPr lang="en-US" sz="2400" dirty="0">
                <a:solidFill>
                  <a:schemeClr val="tx1"/>
                </a:solidFill>
              </a:rPr>
              <a:t>Number of vehicles through per amount of time</a:t>
            </a:r>
          </a:p>
          <a:p>
            <a:pPr lvl="1"/>
            <a:r>
              <a:rPr lang="en-US" sz="2400" dirty="0">
                <a:solidFill>
                  <a:schemeClr val="tx1"/>
                </a:solidFill>
              </a:rPr>
              <a:t>Queue length</a:t>
            </a:r>
          </a:p>
        </p:txBody>
      </p:sp>
    </p:spTree>
    <p:extLst>
      <p:ext uri="{BB962C8B-B14F-4D97-AF65-F5344CB8AC3E}">
        <p14:creationId xmlns:p14="http://schemas.microsoft.com/office/powerpoint/2010/main" val="2321807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A6928-A1FD-AFE4-7BFB-C26DA00157E2}"/>
              </a:ext>
            </a:extLst>
          </p:cNvPr>
          <p:cNvSpPr>
            <a:spLocks noGrp="1"/>
          </p:cNvSpPr>
          <p:nvPr>
            <p:ph type="title"/>
          </p:nvPr>
        </p:nvSpPr>
        <p:spPr>
          <a:xfrm>
            <a:off x="393192" y="346115"/>
            <a:ext cx="11393424" cy="1494845"/>
          </a:xfrm>
        </p:spPr>
        <p:txBody>
          <a:bodyPr>
            <a:normAutofit/>
          </a:bodyPr>
          <a:lstStyle/>
          <a:p>
            <a:r>
              <a:rPr lang="en-US" sz="4000" dirty="0">
                <a:solidFill>
                  <a:schemeClr val="tx1"/>
                </a:solidFill>
              </a:rPr>
              <a:t>Input and output</a:t>
            </a:r>
          </a:p>
        </p:txBody>
      </p:sp>
      <p:sp>
        <p:nvSpPr>
          <p:cNvPr id="3" name="Content Placeholder 2">
            <a:extLst>
              <a:ext uri="{FF2B5EF4-FFF2-40B4-BE49-F238E27FC236}">
                <a16:creationId xmlns:a16="http://schemas.microsoft.com/office/drawing/2014/main" id="{9B599297-9B04-6E34-D42D-263741081DD7}"/>
              </a:ext>
            </a:extLst>
          </p:cNvPr>
          <p:cNvSpPr>
            <a:spLocks noGrp="1"/>
          </p:cNvSpPr>
          <p:nvPr>
            <p:ph idx="1"/>
          </p:nvPr>
        </p:nvSpPr>
        <p:spPr>
          <a:xfrm>
            <a:off x="722376" y="1331049"/>
            <a:ext cx="10799064" cy="4683318"/>
          </a:xfrm>
        </p:spPr>
        <p:txBody>
          <a:bodyPr>
            <a:normAutofit/>
          </a:bodyPr>
          <a:lstStyle/>
          <a:p>
            <a:r>
              <a:rPr lang="en-US" sz="2400" dirty="0">
                <a:solidFill>
                  <a:schemeClr val="tx1"/>
                </a:solidFill>
              </a:rPr>
              <a:t>Reference Images</a:t>
            </a:r>
          </a:p>
          <a:p>
            <a:pPr lvl="1"/>
            <a:r>
              <a:rPr lang="en-US" sz="2400" dirty="0">
                <a:solidFill>
                  <a:schemeClr val="tx1"/>
                </a:solidFill>
              </a:rPr>
              <a:t>Generate from a bird’s-eye view picture of an intersection</a:t>
            </a:r>
          </a:p>
          <a:p>
            <a:pPr lvl="1"/>
            <a:r>
              <a:rPr lang="en-US" sz="2400" dirty="0">
                <a:solidFill>
                  <a:schemeClr val="tx1"/>
                </a:solidFill>
              </a:rPr>
              <a:t>Insert an image to build on</a:t>
            </a:r>
          </a:p>
          <a:p>
            <a:r>
              <a:rPr lang="en-US" sz="2400" dirty="0">
                <a:solidFill>
                  <a:schemeClr val="tx1"/>
                </a:solidFill>
              </a:rPr>
              <a:t>Save Designs</a:t>
            </a:r>
          </a:p>
          <a:p>
            <a:pPr lvl="1"/>
            <a:r>
              <a:rPr lang="en-US" sz="2400" dirty="0">
                <a:solidFill>
                  <a:schemeClr val="tx1"/>
                </a:solidFill>
              </a:rPr>
              <a:t>Simulation runs are saved with the design</a:t>
            </a:r>
          </a:p>
          <a:p>
            <a:pPr lvl="1"/>
            <a:r>
              <a:rPr lang="en-US" sz="2400" dirty="0">
                <a:solidFill>
                  <a:schemeClr val="tx1"/>
                </a:solidFill>
              </a:rPr>
              <a:t>Compare designs and associated simulation results</a:t>
            </a:r>
          </a:p>
          <a:p>
            <a:r>
              <a:rPr lang="en-US" sz="2400" dirty="0">
                <a:solidFill>
                  <a:schemeClr val="tx1"/>
                </a:solidFill>
              </a:rPr>
              <a:t>Data Export</a:t>
            </a:r>
          </a:p>
          <a:p>
            <a:pPr lvl="1"/>
            <a:r>
              <a:rPr lang="en-US" sz="2400" dirty="0">
                <a:solidFill>
                  <a:schemeClr val="tx1"/>
                </a:solidFill>
              </a:rPr>
              <a:t>Export simulation results to CSV</a:t>
            </a:r>
          </a:p>
          <a:p>
            <a:pPr lvl="1"/>
            <a:endParaRPr lang="en-US" sz="2400" dirty="0">
              <a:solidFill>
                <a:schemeClr val="tx1"/>
              </a:solidFill>
            </a:endParaRPr>
          </a:p>
        </p:txBody>
      </p:sp>
    </p:spTree>
    <p:extLst>
      <p:ext uri="{BB962C8B-B14F-4D97-AF65-F5344CB8AC3E}">
        <p14:creationId xmlns:p14="http://schemas.microsoft.com/office/powerpoint/2010/main" val="177177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A6928-A1FD-AFE4-7BFB-C26DA00157E2}"/>
              </a:ext>
            </a:extLst>
          </p:cNvPr>
          <p:cNvSpPr>
            <a:spLocks noGrp="1"/>
          </p:cNvSpPr>
          <p:nvPr>
            <p:ph type="title"/>
          </p:nvPr>
        </p:nvSpPr>
        <p:spPr>
          <a:xfrm>
            <a:off x="605431" y="274926"/>
            <a:ext cx="5355169" cy="1069848"/>
          </a:xfrm>
        </p:spPr>
        <p:txBody>
          <a:bodyPr>
            <a:normAutofit/>
          </a:bodyPr>
          <a:lstStyle/>
          <a:p>
            <a:r>
              <a:rPr lang="en-US" sz="4000" dirty="0">
                <a:solidFill>
                  <a:schemeClr val="tx1"/>
                </a:solidFill>
              </a:rPr>
              <a:t>Stretch Goals: Part I</a:t>
            </a:r>
          </a:p>
        </p:txBody>
      </p:sp>
      <p:sp>
        <p:nvSpPr>
          <p:cNvPr id="4" name="Text Placeholder 3">
            <a:extLst>
              <a:ext uri="{FF2B5EF4-FFF2-40B4-BE49-F238E27FC236}">
                <a16:creationId xmlns:a16="http://schemas.microsoft.com/office/drawing/2014/main" id="{05641E9C-7073-207B-41C5-A5A94E56E0B1}"/>
              </a:ext>
            </a:extLst>
          </p:cNvPr>
          <p:cNvSpPr>
            <a:spLocks noGrp="1"/>
          </p:cNvSpPr>
          <p:nvPr>
            <p:ph type="body" idx="1"/>
          </p:nvPr>
        </p:nvSpPr>
        <p:spPr>
          <a:xfrm>
            <a:off x="605431" y="1387408"/>
            <a:ext cx="5157787" cy="709394"/>
          </a:xfrm>
        </p:spPr>
        <p:txBody>
          <a:bodyPr>
            <a:normAutofit/>
          </a:body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lang="en-US" sz="2400" cap="none" spc="0" dirty="0">
                <a:solidFill>
                  <a:schemeClr val="tx1"/>
                </a:solidFill>
                <a:latin typeface="Univers Condensed Light"/>
              </a:rPr>
              <a:t>Traffic Video Input</a:t>
            </a:r>
            <a:endParaRPr kumimoji="0" lang="en-US" sz="2400" i="0" u="none" strike="noStrike" kern="1200" cap="none" spc="0" normalizeH="0" baseline="0" noProof="0" dirty="0">
              <a:ln>
                <a:noFill/>
              </a:ln>
              <a:solidFill>
                <a:schemeClr val="tx1"/>
              </a:solidFill>
              <a:effectLst/>
              <a:uLnTx/>
              <a:uFillTx/>
              <a:latin typeface="Univers Condensed Light"/>
              <a:ea typeface="+mn-ea"/>
              <a:cs typeface="+mn-cs"/>
            </a:endParaRPr>
          </a:p>
        </p:txBody>
      </p:sp>
      <p:sp>
        <p:nvSpPr>
          <p:cNvPr id="3" name="Content Placeholder 2">
            <a:extLst>
              <a:ext uri="{FF2B5EF4-FFF2-40B4-BE49-F238E27FC236}">
                <a16:creationId xmlns:a16="http://schemas.microsoft.com/office/drawing/2014/main" id="{9B599297-9B04-6E34-D42D-263741081DD7}"/>
              </a:ext>
            </a:extLst>
          </p:cNvPr>
          <p:cNvSpPr>
            <a:spLocks noGrp="1"/>
          </p:cNvSpPr>
          <p:nvPr>
            <p:ph sz="half" idx="2"/>
          </p:nvPr>
        </p:nvSpPr>
        <p:spPr>
          <a:xfrm>
            <a:off x="621858" y="2139436"/>
            <a:ext cx="5157787" cy="3495253"/>
          </a:xfrm>
        </p:spPr>
        <p:txBody>
          <a:bodyPr>
            <a:normAutofit/>
          </a:bodyPr>
          <a:lstStyle/>
          <a:p>
            <a:r>
              <a:rPr lang="en-US" sz="2400" dirty="0">
                <a:solidFill>
                  <a:schemeClr val="tx1"/>
                </a:solidFill>
              </a:rPr>
              <a:t>Analyze a Provided Video</a:t>
            </a:r>
          </a:p>
          <a:p>
            <a:pPr lvl="1">
              <a:buFont typeface="Courier New" panose="02070309020205020404" pitchFamily="49" charset="0"/>
              <a:buChar char="o"/>
            </a:pPr>
            <a:r>
              <a:rPr lang="en-US" sz="2400" dirty="0">
                <a:solidFill>
                  <a:schemeClr val="tx1"/>
                </a:solidFill>
              </a:rPr>
              <a:t>User Efficiency Tool</a:t>
            </a:r>
          </a:p>
          <a:p>
            <a:r>
              <a:rPr lang="en-US" sz="2400" dirty="0">
                <a:solidFill>
                  <a:schemeClr val="tx1"/>
                </a:solidFill>
              </a:rPr>
              <a:t>Determine Traffic Data</a:t>
            </a:r>
          </a:p>
          <a:p>
            <a:pPr lvl="1">
              <a:buFont typeface="Courier New" panose="02070309020205020404" pitchFamily="49" charset="0"/>
              <a:buChar char="o"/>
            </a:pPr>
            <a:r>
              <a:rPr lang="en-US" sz="2400" dirty="0">
                <a:solidFill>
                  <a:schemeClr val="tx1"/>
                </a:solidFill>
              </a:rPr>
              <a:t>Traffic Flow Directions</a:t>
            </a:r>
          </a:p>
          <a:p>
            <a:pPr lvl="1">
              <a:buFont typeface="Courier New" panose="02070309020205020404" pitchFamily="49" charset="0"/>
              <a:buChar char="o"/>
            </a:pPr>
            <a:r>
              <a:rPr lang="en-US" sz="2400" dirty="0">
                <a:solidFill>
                  <a:schemeClr val="tx1"/>
                </a:solidFill>
              </a:rPr>
              <a:t>Traffic Density</a:t>
            </a:r>
          </a:p>
          <a:p>
            <a:r>
              <a:rPr lang="en-US" sz="2400" dirty="0">
                <a:solidFill>
                  <a:schemeClr val="tx1"/>
                </a:solidFill>
              </a:rPr>
              <a:t>Alter Simulation Parameters to Match</a:t>
            </a:r>
          </a:p>
        </p:txBody>
      </p:sp>
      <p:sp>
        <p:nvSpPr>
          <p:cNvPr id="5" name="Text Placeholder 4">
            <a:extLst>
              <a:ext uri="{FF2B5EF4-FFF2-40B4-BE49-F238E27FC236}">
                <a16:creationId xmlns:a16="http://schemas.microsoft.com/office/drawing/2014/main" id="{63D3E574-5441-7C65-04F7-1AE5ED31F3EA}"/>
              </a:ext>
            </a:extLst>
          </p:cNvPr>
          <p:cNvSpPr>
            <a:spLocks noGrp="1"/>
          </p:cNvSpPr>
          <p:nvPr>
            <p:ph type="body" sz="quarter" idx="3"/>
          </p:nvPr>
        </p:nvSpPr>
        <p:spPr>
          <a:xfrm>
            <a:off x="6231402" y="379397"/>
            <a:ext cx="5183188" cy="709393"/>
          </a:xfrm>
        </p:spPr>
        <p:txBody>
          <a:bodyPr>
            <a:normAutofit/>
          </a:body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en-US" sz="2400" i="0" u="none" strike="noStrike" kern="1200" cap="none" spc="0" normalizeH="0" baseline="0" noProof="0" dirty="0">
                <a:ln>
                  <a:noFill/>
                </a:ln>
                <a:solidFill>
                  <a:schemeClr val="tx1"/>
                </a:solidFill>
                <a:effectLst/>
                <a:uLnTx/>
                <a:uFillTx/>
                <a:latin typeface="Univers Condensed Light"/>
                <a:ea typeface="+mn-ea"/>
                <a:cs typeface="+mn-cs"/>
              </a:rPr>
              <a:t>Layered Roads</a:t>
            </a:r>
          </a:p>
        </p:txBody>
      </p:sp>
      <p:sp>
        <p:nvSpPr>
          <p:cNvPr id="6" name="Content Placeholder 5">
            <a:extLst>
              <a:ext uri="{FF2B5EF4-FFF2-40B4-BE49-F238E27FC236}">
                <a16:creationId xmlns:a16="http://schemas.microsoft.com/office/drawing/2014/main" id="{455FD4A5-B60E-6DB4-1C59-CDDD2A588E39}"/>
              </a:ext>
            </a:extLst>
          </p:cNvPr>
          <p:cNvSpPr>
            <a:spLocks noGrp="1"/>
          </p:cNvSpPr>
          <p:nvPr>
            <p:ph sz="quarter" idx="4"/>
          </p:nvPr>
        </p:nvSpPr>
        <p:spPr>
          <a:xfrm>
            <a:off x="6231402" y="1138171"/>
            <a:ext cx="5183188" cy="3495254"/>
          </a:xfrm>
        </p:spPr>
        <p:txBody>
          <a:bodyPr>
            <a:normAutofit/>
          </a:bodyPr>
          <a:lstStyle/>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chemeClr val="tx1"/>
                </a:solidFill>
                <a:effectLst/>
                <a:uLnTx/>
                <a:uFillTx/>
                <a:latin typeface="Univers Condensed Light"/>
                <a:ea typeface="+mn-ea"/>
                <a:cs typeface="+mn-cs"/>
              </a:rPr>
              <a:t>Add </a:t>
            </a:r>
            <a:r>
              <a:rPr lang="en-US" sz="2400" dirty="0">
                <a:solidFill>
                  <a:schemeClr val="tx1"/>
                </a:solidFill>
                <a:latin typeface="Univers Condensed Light"/>
              </a:rPr>
              <a:t>Limited Elevation Control to Simulation</a:t>
            </a:r>
          </a:p>
          <a:p>
            <a:pPr lvl="1">
              <a:spcBef>
                <a:spcPts val="1000"/>
              </a:spcBef>
              <a:buFont typeface="Courier New" panose="02070309020205020404" pitchFamily="49" charset="0"/>
              <a:buChar char="o"/>
              <a:defRPr/>
            </a:pPr>
            <a:r>
              <a:rPr lang="en-US" sz="2400" dirty="0">
                <a:solidFill>
                  <a:schemeClr val="tx1"/>
                </a:solidFill>
                <a:latin typeface="Univers Condensed Light"/>
              </a:rPr>
              <a:t>Overpasses</a:t>
            </a:r>
          </a:p>
          <a:p>
            <a:pPr lvl="1">
              <a:spcBef>
                <a:spcPts val="1000"/>
              </a:spcBef>
              <a:buFont typeface="Courier New" panose="02070309020205020404" pitchFamily="49" charset="0"/>
              <a:buChar char="o"/>
              <a:defRPr/>
            </a:pPr>
            <a:r>
              <a:rPr lang="en-US" sz="2400" dirty="0">
                <a:solidFill>
                  <a:schemeClr val="tx1"/>
                </a:solidFill>
                <a:latin typeface="Univers Condensed Light"/>
              </a:rPr>
              <a:t>Underpasses</a:t>
            </a:r>
          </a:p>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chemeClr val="tx1"/>
                </a:solidFill>
                <a:effectLst/>
                <a:uLnTx/>
                <a:uFillTx/>
                <a:latin typeface="Univers Condensed Light"/>
                <a:ea typeface="+mn-ea"/>
                <a:cs typeface="+mn-cs"/>
              </a:rPr>
              <a:t>Useful for</a:t>
            </a:r>
            <a:r>
              <a:rPr lang="en-US" sz="2400" dirty="0">
                <a:solidFill>
                  <a:schemeClr val="tx1"/>
                </a:solidFill>
                <a:latin typeface="Univers Condensed Light"/>
              </a:rPr>
              <a:t> Highway Intersections</a:t>
            </a:r>
          </a:p>
          <a:p>
            <a:pPr lvl="1">
              <a:spcBef>
                <a:spcPts val="1000"/>
              </a:spcBef>
              <a:buFont typeface="Courier New" panose="02070309020205020404" pitchFamily="49" charset="0"/>
              <a:buChar char="o"/>
              <a:defRPr/>
            </a:pPr>
            <a:r>
              <a:rPr kumimoji="0" lang="en-US" sz="2400" b="0" i="0" u="none" strike="noStrike" kern="1200" cap="none" spc="0" normalizeH="0" baseline="0" noProof="0" dirty="0">
                <a:ln>
                  <a:noFill/>
                </a:ln>
                <a:solidFill>
                  <a:schemeClr val="tx1"/>
                </a:solidFill>
                <a:effectLst/>
                <a:uLnTx/>
                <a:uFillTx/>
                <a:latin typeface="Univers Condensed Light"/>
                <a:ea typeface="+mn-ea"/>
                <a:cs typeface="+mn-cs"/>
              </a:rPr>
              <a:t>Dog</a:t>
            </a:r>
            <a:r>
              <a:rPr lang="en-US" sz="2400" dirty="0">
                <a:solidFill>
                  <a:schemeClr val="tx1"/>
                </a:solidFill>
                <a:latin typeface="Univers Condensed Light"/>
              </a:rPr>
              <a:t>bone Interchange</a:t>
            </a:r>
            <a:endParaRPr kumimoji="0" lang="en-US" sz="2400" b="0" i="0" u="none" strike="noStrike" kern="1200" cap="none" spc="0" normalizeH="0" baseline="0" noProof="0" dirty="0">
              <a:ln>
                <a:noFill/>
              </a:ln>
              <a:solidFill>
                <a:schemeClr val="tx1"/>
              </a:solidFill>
              <a:effectLst/>
              <a:uLnTx/>
              <a:uFillTx/>
              <a:latin typeface="Univers Condensed Light"/>
              <a:ea typeface="+mn-ea"/>
              <a:cs typeface="+mn-cs"/>
            </a:endParaRPr>
          </a:p>
        </p:txBody>
      </p:sp>
      <p:pic>
        <p:nvPicPr>
          <p:cNvPr id="7" name="Picture 6" descr="Dogbone interchange. : r/CitiesSkylines">
            <a:extLst>
              <a:ext uri="{FF2B5EF4-FFF2-40B4-BE49-F238E27FC236}">
                <a16:creationId xmlns:a16="http://schemas.microsoft.com/office/drawing/2014/main" id="{C5F3410A-C7BA-81B4-DEE1-41880DF9F8DC}"/>
              </a:ext>
            </a:extLst>
          </p:cNvPr>
          <p:cNvPicPr>
            <a:picLocks noChangeAspect="1"/>
          </p:cNvPicPr>
          <p:nvPr/>
        </p:nvPicPr>
        <p:blipFill>
          <a:blip r:embed="rId2"/>
          <a:srcRect l="22640" t="14930" r="6957" b="28671"/>
          <a:stretch>
            <a:fillRect/>
          </a:stretch>
        </p:blipFill>
        <p:spPr>
          <a:xfrm>
            <a:off x="6489906" y="4340888"/>
            <a:ext cx="3879993" cy="1748413"/>
          </a:xfrm>
          <a:prstGeom prst="rect">
            <a:avLst/>
          </a:prstGeom>
        </p:spPr>
      </p:pic>
    </p:spTree>
    <p:extLst>
      <p:ext uri="{BB962C8B-B14F-4D97-AF65-F5344CB8AC3E}">
        <p14:creationId xmlns:p14="http://schemas.microsoft.com/office/powerpoint/2010/main" val="19105454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9BFF0-58BA-59B2-382E-27F20F46E5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2C87D0-18DD-190D-8277-5E27B3276417}"/>
              </a:ext>
            </a:extLst>
          </p:cNvPr>
          <p:cNvSpPr>
            <a:spLocks noGrp="1"/>
          </p:cNvSpPr>
          <p:nvPr>
            <p:ph type="title"/>
          </p:nvPr>
        </p:nvSpPr>
        <p:spPr>
          <a:xfrm>
            <a:off x="605431" y="274926"/>
            <a:ext cx="5355169" cy="1069848"/>
          </a:xfrm>
        </p:spPr>
        <p:txBody>
          <a:bodyPr>
            <a:normAutofit/>
          </a:bodyPr>
          <a:lstStyle/>
          <a:p>
            <a:r>
              <a:rPr lang="en-US" sz="4000" dirty="0">
                <a:solidFill>
                  <a:schemeClr val="tx1"/>
                </a:solidFill>
              </a:rPr>
              <a:t>Stretch Goals: Part II</a:t>
            </a:r>
          </a:p>
        </p:txBody>
      </p:sp>
      <p:sp>
        <p:nvSpPr>
          <p:cNvPr id="4" name="Text Placeholder 3">
            <a:extLst>
              <a:ext uri="{FF2B5EF4-FFF2-40B4-BE49-F238E27FC236}">
                <a16:creationId xmlns:a16="http://schemas.microsoft.com/office/drawing/2014/main" id="{DEFF4969-79BF-C3EA-FE54-382BB3EF7853}"/>
              </a:ext>
            </a:extLst>
          </p:cNvPr>
          <p:cNvSpPr>
            <a:spLocks noGrp="1"/>
          </p:cNvSpPr>
          <p:nvPr>
            <p:ph type="body" idx="1"/>
          </p:nvPr>
        </p:nvSpPr>
        <p:spPr>
          <a:xfrm>
            <a:off x="605431" y="1387408"/>
            <a:ext cx="5157787" cy="709394"/>
          </a:xfrm>
        </p:spPr>
        <p:txBody>
          <a:bodyPr>
            <a:normAutofit/>
          </a:body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en-US" sz="2400" i="0" u="none" strike="noStrike" kern="1200" cap="none" spc="0" normalizeH="0" baseline="0" noProof="0" dirty="0">
                <a:ln>
                  <a:noFill/>
                </a:ln>
                <a:solidFill>
                  <a:schemeClr val="tx1"/>
                </a:solidFill>
                <a:effectLst/>
                <a:uLnTx/>
                <a:uFillTx/>
                <a:latin typeface="Univers Condensed Light"/>
                <a:ea typeface="+mn-ea"/>
                <a:cs typeface="+mn-cs"/>
              </a:rPr>
              <a:t>Design Suggestions</a:t>
            </a:r>
          </a:p>
        </p:txBody>
      </p:sp>
      <p:sp>
        <p:nvSpPr>
          <p:cNvPr id="3" name="Content Placeholder 2">
            <a:extLst>
              <a:ext uri="{FF2B5EF4-FFF2-40B4-BE49-F238E27FC236}">
                <a16:creationId xmlns:a16="http://schemas.microsoft.com/office/drawing/2014/main" id="{070FC9F8-DE2A-C4CE-570F-9146F3E802C7}"/>
              </a:ext>
            </a:extLst>
          </p:cNvPr>
          <p:cNvSpPr>
            <a:spLocks noGrp="1"/>
          </p:cNvSpPr>
          <p:nvPr>
            <p:ph sz="half" idx="2"/>
          </p:nvPr>
        </p:nvSpPr>
        <p:spPr>
          <a:xfrm>
            <a:off x="621858" y="2139436"/>
            <a:ext cx="5157787" cy="3495253"/>
          </a:xfrm>
        </p:spPr>
        <p:txBody>
          <a:bodyPr>
            <a:normAutofit/>
          </a:bodyPr>
          <a:lstStyle/>
          <a:p>
            <a:r>
              <a:rPr lang="en-US" sz="2400" dirty="0">
                <a:solidFill>
                  <a:schemeClr val="tx1"/>
                </a:solidFill>
              </a:rPr>
              <a:t>Algorithm Testing Common Intersections</a:t>
            </a:r>
          </a:p>
          <a:p>
            <a:pPr lvl="1">
              <a:buFont typeface="Courier New" panose="02070309020205020404" pitchFamily="49" charset="0"/>
              <a:buChar char="o"/>
            </a:pPr>
            <a:r>
              <a:rPr lang="en-US" sz="2400" dirty="0">
                <a:solidFill>
                  <a:schemeClr val="tx1"/>
                </a:solidFill>
              </a:rPr>
              <a:t>Intersection Types Predetermined</a:t>
            </a:r>
          </a:p>
          <a:p>
            <a:r>
              <a:rPr lang="en-US" sz="2400" dirty="0">
                <a:solidFill>
                  <a:schemeClr val="tx1"/>
                </a:solidFill>
              </a:rPr>
              <a:t>Uses Simulation Feature</a:t>
            </a:r>
          </a:p>
          <a:p>
            <a:r>
              <a:rPr lang="en-US" sz="2400" dirty="0">
                <a:solidFill>
                  <a:schemeClr val="tx1"/>
                </a:solidFill>
              </a:rPr>
              <a:t>Returns Best Resulting Intersection</a:t>
            </a:r>
          </a:p>
        </p:txBody>
      </p:sp>
      <p:sp>
        <p:nvSpPr>
          <p:cNvPr id="5" name="Text Placeholder 4">
            <a:extLst>
              <a:ext uri="{FF2B5EF4-FFF2-40B4-BE49-F238E27FC236}">
                <a16:creationId xmlns:a16="http://schemas.microsoft.com/office/drawing/2014/main" id="{6E560669-2257-4D6E-BB1D-747CDCC23DBC}"/>
              </a:ext>
            </a:extLst>
          </p:cNvPr>
          <p:cNvSpPr>
            <a:spLocks noGrp="1"/>
          </p:cNvSpPr>
          <p:nvPr>
            <p:ph type="body" sz="quarter" idx="3"/>
          </p:nvPr>
        </p:nvSpPr>
        <p:spPr>
          <a:xfrm>
            <a:off x="6231402" y="1387408"/>
            <a:ext cx="5183188" cy="709393"/>
          </a:xfrm>
        </p:spPr>
        <p:txBody>
          <a:bodyPr>
            <a:normAutofit/>
          </a:body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en-US" sz="2400" i="0" u="none" strike="noStrike" kern="1200" cap="none" spc="0" normalizeH="0" baseline="0" noProof="0" dirty="0">
                <a:ln>
                  <a:noFill/>
                </a:ln>
                <a:solidFill>
                  <a:schemeClr val="tx1"/>
                </a:solidFill>
                <a:effectLst/>
                <a:uLnTx/>
                <a:uFillTx/>
                <a:latin typeface="Univers Condensed Light"/>
                <a:ea typeface="+mn-ea"/>
                <a:cs typeface="+mn-cs"/>
              </a:rPr>
              <a:t>Advanced Pedestrian Support</a:t>
            </a:r>
          </a:p>
        </p:txBody>
      </p:sp>
      <p:sp>
        <p:nvSpPr>
          <p:cNvPr id="6" name="Content Placeholder 5">
            <a:extLst>
              <a:ext uri="{FF2B5EF4-FFF2-40B4-BE49-F238E27FC236}">
                <a16:creationId xmlns:a16="http://schemas.microsoft.com/office/drawing/2014/main" id="{63ABAEC1-F057-6991-B094-74827E10D0B0}"/>
              </a:ext>
            </a:extLst>
          </p:cNvPr>
          <p:cNvSpPr>
            <a:spLocks noGrp="1"/>
          </p:cNvSpPr>
          <p:nvPr>
            <p:ph sz="quarter" idx="4"/>
          </p:nvPr>
        </p:nvSpPr>
        <p:spPr>
          <a:xfrm>
            <a:off x="6231402" y="2139436"/>
            <a:ext cx="5183188" cy="3495254"/>
          </a:xfrm>
        </p:spPr>
        <p:txBody>
          <a:bodyPr>
            <a:normAutofit/>
          </a:bodyPr>
          <a:lstStyle/>
          <a:p>
            <a:pPr>
              <a:defRPr/>
            </a:pPr>
            <a:r>
              <a:rPr lang="en-US" sz="2400" dirty="0">
                <a:solidFill>
                  <a:schemeClr val="tx1"/>
                </a:solidFill>
                <a:latin typeface="Univers Condensed Light"/>
              </a:rPr>
              <a:t>More Than One Type of Actor</a:t>
            </a:r>
          </a:p>
          <a:p>
            <a:pPr>
              <a:defRPr/>
            </a:pPr>
            <a:r>
              <a:rPr lang="en-US" sz="2400" dirty="0">
                <a:solidFill>
                  <a:schemeClr val="tx1"/>
                </a:solidFill>
                <a:latin typeface="Univers Condensed Light"/>
              </a:rPr>
              <a:t>Differing Behavior</a:t>
            </a:r>
            <a:endParaRPr lang="en-US" sz="2800" dirty="0">
              <a:solidFill>
                <a:schemeClr val="tx1"/>
              </a:solidFill>
              <a:latin typeface="Univers Condensed Light"/>
            </a:endParaRPr>
          </a:p>
          <a:p>
            <a:pPr lvl="1">
              <a:spcBef>
                <a:spcPts val="1000"/>
              </a:spcBef>
              <a:buFont typeface="Courier New" panose="02070309020205020404" pitchFamily="49" charset="0"/>
              <a:buChar char="o"/>
              <a:defRPr/>
            </a:pPr>
            <a:r>
              <a:rPr lang="en-US" sz="2400" dirty="0">
                <a:solidFill>
                  <a:schemeClr val="tx1"/>
                </a:solidFill>
                <a:latin typeface="Univers Condensed Light"/>
              </a:rPr>
              <a:t>Speed</a:t>
            </a:r>
          </a:p>
          <a:p>
            <a:pPr lvl="1">
              <a:spcBef>
                <a:spcPts val="1000"/>
              </a:spcBef>
              <a:buFont typeface="Courier New" panose="02070309020205020404" pitchFamily="49" charset="0"/>
              <a:buChar char="o"/>
              <a:defRPr/>
            </a:pPr>
            <a:r>
              <a:rPr lang="en-US" sz="2400" dirty="0">
                <a:solidFill>
                  <a:schemeClr val="tx1"/>
                </a:solidFill>
                <a:latin typeface="Univers Condensed Light"/>
              </a:rPr>
              <a:t>Awareness</a:t>
            </a:r>
          </a:p>
          <a:p>
            <a:pPr lvl="1">
              <a:spcBef>
                <a:spcPts val="1000"/>
              </a:spcBef>
              <a:buFont typeface="Courier New" panose="02070309020205020404" pitchFamily="49" charset="0"/>
              <a:buChar char="o"/>
              <a:defRPr/>
            </a:pPr>
            <a:r>
              <a:rPr lang="en-US" sz="2400" dirty="0">
                <a:solidFill>
                  <a:schemeClr val="tx1"/>
                </a:solidFill>
                <a:latin typeface="Univers Condensed Light"/>
              </a:rPr>
              <a:t>Caution</a:t>
            </a:r>
          </a:p>
        </p:txBody>
      </p:sp>
    </p:spTree>
    <p:extLst>
      <p:ext uri="{BB962C8B-B14F-4D97-AF65-F5344CB8AC3E}">
        <p14:creationId xmlns:p14="http://schemas.microsoft.com/office/powerpoint/2010/main" val="1572061499"/>
      </p:ext>
    </p:extLst>
  </p:cSld>
  <p:clrMapOvr>
    <a:masterClrMapping/>
  </p:clrMapOvr>
</p:sld>
</file>

<file path=ppt/theme/theme1.xml><?xml version="1.0" encoding="utf-8"?>
<a:theme xmlns:a="http://schemas.openxmlformats.org/drawingml/2006/main" name="Orange Experience">
  <a:themeElements>
    <a:clrScheme name="Orange Experience">
      <a:dk1>
        <a:srgbClr val="131313"/>
      </a:dk1>
      <a:lt1>
        <a:sysClr val="window" lastClr="FFFFFF"/>
      </a:lt1>
      <a:dk2>
        <a:srgbClr val="444742"/>
      </a:dk2>
      <a:lt2>
        <a:srgbClr val="EDECE9"/>
      </a:lt2>
      <a:accent1>
        <a:srgbClr val="ED6845"/>
      </a:accent1>
      <a:accent2>
        <a:srgbClr val="F48A56"/>
      </a:accent2>
      <a:accent3>
        <a:srgbClr val="9FA295"/>
      </a:accent3>
      <a:accent4>
        <a:srgbClr val="5B6E74"/>
      </a:accent4>
      <a:accent5>
        <a:srgbClr val="6E7868"/>
      </a:accent5>
      <a:accent6>
        <a:srgbClr val="A1AAAA"/>
      </a:accent6>
      <a:hlink>
        <a:srgbClr val="F05814"/>
      </a:hlink>
      <a:folHlink>
        <a:srgbClr val="E99401"/>
      </a:folHlink>
    </a:clrScheme>
    <a:fontScheme name="Custom 40">
      <a:majorFont>
        <a:latin typeface="Oswald SemiBold"/>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range experience" id="{9BAA8FFB-1EEF-49AC-B7FF-0F37799585E9}" vid="{6523F788-A6E6-47B0-B3C7-625411BE5A1C}"/>
    </a:ext>
  </a:extLst>
</a:theme>
</file>

<file path=docProps/app.xml><?xml version="1.0" encoding="utf-8"?>
<Properties xmlns="http://schemas.openxmlformats.org/officeDocument/2006/extended-properties" xmlns:vt="http://schemas.openxmlformats.org/officeDocument/2006/docPropsVTypes">
  <Template>Orange Experience</Template>
  <TotalTime>158</TotalTime>
  <Words>357</Words>
  <Application>Microsoft Office PowerPoint</Application>
  <PresentationFormat>Widescreen</PresentationFormat>
  <Paragraphs>67</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Courier New</vt:lpstr>
      <vt:lpstr>Oswald SemiBold</vt:lpstr>
      <vt:lpstr>Univers Condensed Light</vt:lpstr>
      <vt:lpstr>Orange Experience</vt:lpstr>
      <vt:lpstr>Traffic Control Simulator</vt:lpstr>
      <vt:lpstr>2d Intersection Builder</vt:lpstr>
      <vt:lpstr>Vehicle simulation</vt:lpstr>
      <vt:lpstr>Basic pedestrian support</vt:lpstr>
      <vt:lpstr>Signal timing controls</vt:lpstr>
      <vt:lpstr>Adjustable traffic volume</vt:lpstr>
      <vt:lpstr>Performance metrics</vt:lpstr>
      <vt:lpstr>Input and output</vt:lpstr>
      <vt:lpstr>Stretch Goals: Part I</vt:lpstr>
      <vt:lpstr>Stretch Goals: Part II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Caden Palomares</dc:creator>
  <cp:lastModifiedBy>Caden Palomares</cp:lastModifiedBy>
  <cp:revision>9</cp:revision>
  <dcterms:created xsi:type="dcterms:W3CDTF">2026-10-28T00:52:55Z</dcterms:created>
  <dcterms:modified xsi:type="dcterms:W3CDTF">2026-10-29T15:04:21Z</dcterms:modified>
</cp:coreProperties>
</file>