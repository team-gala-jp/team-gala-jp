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CE9"/>
    <a:srgbClr val="D1CD21"/>
    <a:srgbClr val="E2E707"/>
    <a:srgbClr val="CCDB03"/>
    <a:srgbClr val="009900"/>
    <a:srgbClr val="EBE600"/>
    <a:srgbClr val="990000"/>
    <a:srgbClr val="0620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102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6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47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7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63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78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1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06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62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157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8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80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915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2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48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157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31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9669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40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664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78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183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42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460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78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8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74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F625-ABB7-187C-97A6-712229106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8" y="1607418"/>
            <a:ext cx="9815363" cy="406186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90000"/>
                </a:solidFill>
              </a:rPr>
              <a:t>Traffic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D1CD21"/>
                </a:solidFill>
              </a:rPr>
              <a:t>Control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009900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FC76F-A624-45F6-ACF0-D687D6AD7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07808" y="3995928"/>
            <a:ext cx="3462393" cy="236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Zane Dollarhide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Carson Page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Caden Palomares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Andrew Saigo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BCF7-C692-EAF5-A027-C3BEF28D34A9}"/>
              </a:ext>
            </a:extLst>
          </p:cNvPr>
          <p:cNvSpPr/>
          <p:nvPr/>
        </p:nvSpPr>
        <p:spPr>
          <a:xfrm>
            <a:off x="11420856" y="969264"/>
            <a:ext cx="164592" cy="4928616"/>
          </a:xfrm>
          <a:prstGeom prst="rect">
            <a:avLst/>
          </a:prstGeom>
          <a:solidFill>
            <a:srgbClr val="EDECE9"/>
          </a:solidFill>
          <a:ln>
            <a:solidFill>
              <a:srgbClr val="EDEC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2EEF60-7D52-D7A8-0D54-0C515D99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932" y="0"/>
            <a:ext cx="563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6F8D-F38C-9801-5ADC-D11444ACB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7" y="282317"/>
            <a:ext cx="6066927" cy="859491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chemeClr val="tx1"/>
                </a:solidFill>
              </a:rPr>
              <a:t>2d Intersection Builder</a:t>
            </a:r>
            <a:endParaRPr lang="en-US" sz="40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72F78-AB0B-5033-5262-0A04BEC8E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478" y="1256704"/>
            <a:ext cx="4314092" cy="434459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Users will be able to build an intersection by dragging and dropping components in the sandbox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solidFill>
                  <a:schemeClr val="tx1"/>
                </a:solidFill>
              </a:rPr>
              <a:t>4-way, Roundabouts, T-intersection, etc.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solidFill>
                  <a:schemeClr val="tx1"/>
                </a:solidFill>
              </a:rPr>
              <a:t>Signals, stop/yield signs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solidFill>
                  <a:schemeClr val="tx1"/>
                </a:solidFill>
              </a:rPr>
              <a:t>Configure lanes and speed limits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76EB77-87C3-A564-4731-09D1E360D9BF}"/>
              </a:ext>
            </a:extLst>
          </p:cNvPr>
          <p:cNvSpPr/>
          <p:nvPr/>
        </p:nvSpPr>
        <p:spPr>
          <a:xfrm>
            <a:off x="4759570" y="1540906"/>
            <a:ext cx="6780198" cy="37761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F845DC4-61B5-2752-CA13-2A713088B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570" y="1540905"/>
            <a:ext cx="6780198" cy="3776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725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346115"/>
            <a:ext cx="11393424" cy="1494845"/>
          </a:xfrm>
        </p:spPr>
        <p:txBody>
          <a:bodyPr>
            <a:normAutofit/>
          </a:bodyPr>
          <a:lstStyle/>
          <a:p>
            <a:r>
              <a:rPr lang="en-US" sz="4000" dirty="0"/>
              <a:t>Example Slide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6" y="1331049"/>
            <a:ext cx="10799064" cy="468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Example slide body.</a:t>
            </a:r>
          </a:p>
        </p:txBody>
      </p:sp>
    </p:spTree>
    <p:extLst>
      <p:ext uri="{BB962C8B-B14F-4D97-AF65-F5344CB8AC3E}">
        <p14:creationId xmlns:p14="http://schemas.microsoft.com/office/powerpoint/2010/main" val="2043908860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96</TotalTime>
  <Words>58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Oswald SemiBold</vt:lpstr>
      <vt:lpstr>Univers Condensed Light</vt:lpstr>
      <vt:lpstr>Orange Experience</vt:lpstr>
      <vt:lpstr>Traffic Control Simulator</vt:lpstr>
      <vt:lpstr>2d Intersection Builder</vt:lpstr>
      <vt:lpstr>Example Slide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Caden Palomares</dc:creator>
  <cp:lastModifiedBy>Caden Palomares</cp:lastModifiedBy>
  <cp:revision>4</cp:revision>
  <dcterms:created xsi:type="dcterms:W3CDTF">2026-10-28T00:52:55Z</dcterms:created>
  <dcterms:modified xsi:type="dcterms:W3CDTF">2026-10-29T07:41:13Z</dcterms:modified>
</cp:coreProperties>
</file>