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CE9"/>
    <a:srgbClr val="D1CD21"/>
    <a:srgbClr val="E2E707"/>
    <a:srgbClr val="CCDB03"/>
    <a:srgbClr val="009900"/>
    <a:srgbClr val="EBE600"/>
    <a:srgbClr val="990000"/>
    <a:srgbClr val="0620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02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435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561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47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92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79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3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7810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1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6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62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5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88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80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915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28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482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1571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316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9669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402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643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978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3183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742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460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787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88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D4F53BF9-51A7-479A-9F82-F12307D0B4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62C10C1C-6E3B-4561-AC7B-2C6D28F8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74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5F625-ABB7-187C-97A6-712229106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8" y="1607418"/>
            <a:ext cx="9815363" cy="406186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990000"/>
                </a:solidFill>
              </a:rPr>
              <a:t>Traffic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rgbClr val="D1CD21"/>
                </a:solidFill>
              </a:rPr>
              <a:t>Control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rgbClr val="009900"/>
                </a:solidFill>
              </a:rPr>
              <a:t>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FC76F-A624-45F6-ACF0-D687D6AD7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7808" y="3995928"/>
            <a:ext cx="3462393" cy="23682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Zane Dollarhide</a:t>
            </a:r>
          </a:p>
          <a:p>
            <a:r>
              <a:rPr lang="en-US" sz="2000" dirty="0">
                <a:solidFill>
                  <a:schemeClr val="tx1"/>
                </a:solidFill>
              </a:rPr>
              <a:t>Carson Page</a:t>
            </a:r>
          </a:p>
          <a:p>
            <a:r>
              <a:rPr lang="en-US" sz="2000" dirty="0">
                <a:solidFill>
                  <a:schemeClr val="tx1"/>
                </a:solidFill>
              </a:rPr>
              <a:t>Caden Palomares</a:t>
            </a:r>
          </a:p>
          <a:p>
            <a:r>
              <a:rPr lang="en-US" sz="2000" dirty="0">
                <a:solidFill>
                  <a:schemeClr val="tx1"/>
                </a:solidFill>
              </a:rPr>
              <a:t>Andrew Saigo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48BCF7-C692-EAF5-A027-C3BEF28D34A9}"/>
              </a:ext>
            </a:extLst>
          </p:cNvPr>
          <p:cNvSpPr/>
          <p:nvPr/>
        </p:nvSpPr>
        <p:spPr>
          <a:xfrm>
            <a:off x="11420856" y="969264"/>
            <a:ext cx="164592" cy="4928616"/>
          </a:xfrm>
          <a:prstGeom prst="rect">
            <a:avLst/>
          </a:prstGeom>
          <a:solidFill>
            <a:srgbClr val="EDECE9"/>
          </a:solidFill>
          <a:ln>
            <a:solidFill>
              <a:srgbClr val="EDEC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B2EEF60-7D52-D7A8-0D54-0C515D99C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932" y="0"/>
            <a:ext cx="56370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312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C6F8D-F38C-9801-5ADC-D11444ACB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7" y="282317"/>
            <a:ext cx="6066927" cy="85949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2d Intersection 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72F78-AB0B-5033-5262-0A04BEC8E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478" y="1256704"/>
            <a:ext cx="4314092" cy="43445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Users will be able to build an intersection by dragging and dropping components in the sandbox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</a:rPr>
              <a:t>4-way, Roundabouts, T-intersection, etc.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</a:rPr>
              <a:t>Signals, stop/yield signs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</a:rPr>
              <a:t>Configure lanes and speed limits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76EB77-87C3-A564-4731-09D1E360D9BF}"/>
              </a:ext>
            </a:extLst>
          </p:cNvPr>
          <p:cNvSpPr/>
          <p:nvPr/>
        </p:nvSpPr>
        <p:spPr>
          <a:xfrm>
            <a:off x="4759569" y="1710212"/>
            <a:ext cx="6830097" cy="389108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7ECBA5-50F0-90BB-67CE-F76B8C842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568" y="1710212"/>
            <a:ext cx="6830097" cy="389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25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FCF2-3F5B-9C69-21C6-5A8B4345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30047"/>
            <a:ext cx="4939005" cy="711761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Vehicle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3B147-8CDA-FF53-1E9D-8D0C6AB90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97" y="1277814"/>
            <a:ext cx="6698045" cy="5486401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Simulation shows individual cars moving through an intersection, allowing users to view how a design will handle traffic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</a:rPr>
              <a:t>Basic Driver Behavior Model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</a:rPr>
              <a:t>Variation between drivers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</a:rPr>
              <a:t>Cars abide by traffic rules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</a:rPr>
              <a:t>Adjustable simulation speed (1.0x, 2.0x)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20634E-CD22-082D-26B6-1ADAF1C00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061" y="2151090"/>
            <a:ext cx="5908431" cy="40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49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E47CC-32B9-E0D1-F54F-0E22AFC00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030CE-DF29-D24E-4FC5-85CF61BAE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30047"/>
            <a:ext cx="5961419" cy="711761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Basic pedestrian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9754C-7375-1EF6-8EB1-47E363F15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722" y="1300153"/>
            <a:ext cx="5961420" cy="126609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Pedestrians cross at marked crosswalks, allowing for designs to account for people walking as well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70D93D-31A1-D503-EE12-3328B06FA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21" y="2283066"/>
            <a:ext cx="4578096" cy="384560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C7FE8F6-E067-9E73-40B8-1B51BDD046A5}"/>
              </a:ext>
            </a:extLst>
          </p:cNvPr>
          <p:cNvSpPr txBox="1">
            <a:spLocks/>
          </p:cNvSpPr>
          <p:nvPr/>
        </p:nvSpPr>
        <p:spPr>
          <a:xfrm>
            <a:off x="5911845" y="2162906"/>
            <a:ext cx="4278036" cy="1266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Arial" panose="020B0604020202020204" pitchFamily="34" charset="0"/>
              <a:buNone/>
            </a:pP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1D455F-97CC-6A05-6BED-2DDE520438CB}"/>
              </a:ext>
            </a:extLst>
          </p:cNvPr>
          <p:cNvSpPr txBox="1"/>
          <p:nvPr/>
        </p:nvSpPr>
        <p:spPr>
          <a:xfrm>
            <a:off x="5873556" y="2162906"/>
            <a:ext cx="5093911" cy="2936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Cars yield to pedestrians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Crosswalks with pedestrian volume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Busier crosswalk leading to longer queues for turning cars</a:t>
            </a:r>
          </a:p>
        </p:txBody>
      </p:sp>
    </p:spTree>
    <p:extLst>
      <p:ext uri="{BB962C8B-B14F-4D97-AF65-F5344CB8AC3E}">
        <p14:creationId xmlns:p14="http://schemas.microsoft.com/office/powerpoint/2010/main" val="3291835256"/>
      </p:ext>
    </p:extLst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123</TotalTime>
  <Words>128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Oswald SemiBold</vt:lpstr>
      <vt:lpstr>Univers Condensed Light</vt:lpstr>
      <vt:lpstr>Orange Experience</vt:lpstr>
      <vt:lpstr>Traffic Control Simulator</vt:lpstr>
      <vt:lpstr>2d Intersection Builder</vt:lpstr>
      <vt:lpstr>Vehicle simulation</vt:lpstr>
      <vt:lpstr>Basic pedestrian support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Caden Palomares</dc:creator>
  <cp:lastModifiedBy>Caden Palomares</cp:lastModifiedBy>
  <cp:revision>5</cp:revision>
  <dcterms:created xsi:type="dcterms:W3CDTF">2026-10-28T00:52:55Z</dcterms:created>
  <dcterms:modified xsi:type="dcterms:W3CDTF">2026-10-29T08:08:36Z</dcterms:modified>
</cp:coreProperties>
</file>